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3.xml" ContentType="application/inkml+xml"/>
  <Override PartName="/ppt/notesSlides/notesSlide7.xml" ContentType="application/vnd.openxmlformats-officedocument.presentationml.notesSlide+xml"/>
  <Override PartName="/ppt/ink/ink14.xml" ContentType="application/inkml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76" r:id="rId6"/>
    <p:sldId id="278" r:id="rId7"/>
    <p:sldId id="277" r:id="rId8"/>
    <p:sldId id="279" r:id="rId9"/>
    <p:sldId id="297" r:id="rId10"/>
    <p:sldId id="282" r:id="rId11"/>
    <p:sldId id="283" r:id="rId12"/>
    <p:sldId id="284" r:id="rId13"/>
    <p:sldId id="285" r:id="rId14"/>
    <p:sldId id="295" r:id="rId15"/>
    <p:sldId id="296" r:id="rId16"/>
    <p:sldId id="273" r:id="rId17"/>
    <p:sldId id="288" r:id="rId18"/>
    <p:sldId id="290" r:id="rId19"/>
    <p:sldId id="291" r:id="rId20"/>
    <p:sldId id="292" r:id="rId21"/>
    <p:sldId id="294" r:id="rId22"/>
    <p:sldId id="289" r:id="rId23"/>
    <p:sldId id="274" r:id="rId24"/>
    <p:sldId id="275" r:id="rId25"/>
    <p:sldId id="272" r:id="rId26"/>
    <p:sldId id="280" r:id="rId2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D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356BBC4-9B30-47DA-8C84-4B4470998256}">
  <a:tblStyle styleId="{3356BBC4-9B30-47DA-8C84-4B447099825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234" autoAdjust="0"/>
  </p:normalViewPr>
  <p:slideViewPr>
    <p:cSldViewPr snapToGrid="0">
      <p:cViewPr>
        <p:scale>
          <a:sx n="125" d="100"/>
          <a:sy n="125" d="100"/>
        </p:scale>
        <p:origin x="226" y="-7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Hosein Rabiee" userId="abd3525940ec1412" providerId="LiveId" clId="{AC6FBA45-B926-4CA8-B9BF-B75426C94014}"/>
    <pc:docChg chg="undo redo custSel addSld delSld modSld sldOrd delMainMaster">
      <pc:chgData name="Mohammad Hosein Rabiee" userId="abd3525940ec1412" providerId="LiveId" clId="{AC6FBA45-B926-4CA8-B9BF-B75426C94014}" dt="2024-01-04T15:47:38.161" v="4083"/>
      <pc:docMkLst>
        <pc:docMk/>
      </pc:docMkLst>
      <pc:sldChg chg="modSp mod">
        <pc:chgData name="Mohammad Hosein Rabiee" userId="abd3525940ec1412" providerId="LiveId" clId="{AC6FBA45-B926-4CA8-B9BF-B75426C94014}" dt="2023-11-15T20:43:16.871" v="55" actId="20577"/>
        <pc:sldMkLst>
          <pc:docMk/>
          <pc:sldMk cId="0" sldId="256"/>
        </pc:sldMkLst>
        <pc:spChg chg="mod">
          <ac:chgData name="Mohammad Hosein Rabiee" userId="abd3525940ec1412" providerId="LiveId" clId="{AC6FBA45-B926-4CA8-B9BF-B75426C94014}" dt="2023-11-15T20:43:16.871" v="55" actId="20577"/>
          <ac:spMkLst>
            <pc:docMk/>
            <pc:sldMk cId="0" sldId="256"/>
            <ac:spMk id="322" creationId="{00000000-0000-0000-0000-000000000000}"/>
          </ac:spMkLst>
        </pc:spChg>
      </pc:sldChg>
      <pc:sldChg chg="addSp delSp modSp mod ord">
        <pc:chgData name="Mohammad Hosein Rabiee" userId="abd3525940ec1412" providerId="LiveId" clId="{AC6FBA45-B926-4CA8-B9BF-B75426C94014}" dt="2024-01-04T13:15:15.762" v="4012"/>
        <pc:sldMkLst>
          <pc:docMk/>
          <pc:sldMk cId="0" sldId="257"/>
        </pc:sldMkLst>
        <pc:spChg chg="add del mod">
          <ac:chgData name="Mohammad Hosein Rabiee" userId="abd3525940ec1412" providerId="LiveId" clId="{AC6FBA45-B926-4CA8-B9BF-B75426C94014}" dt="2024-01-04T13:14:45.607" v="4005" actId="478"/>
          <ac:spMkLst>
            <pc:docMk/>
            <pc:sldMk cId="0" sldId="257"/>
            <ac:spMk id="3" creationId="{2D8A8414-2B6E-6DA8-7D57-F6942AE25207}"/>
          </ac:spMkLst>
        </pc:spChg>
        <pc:spChg chg="del mod">
          <ac:chgData name="Mohammad Hosein Rabiee" userId="abd3525940ec1412" providerId="LiveId" clId="{AC6FBA45-B926-4CA8-B9BF-B75426C94014}" dt="2024-01-04T13:14:35.070" v="4002" actId="478"/>
          <ac:spMkLst>
            <pc:docMk/>
            <pc:sldMk cId="0" sldId="257"/>
            <ac:spMk id="4" creationId="{257EA65F-965F-7EEC-6EFA-4BC5F96EF2F2}"/>
          </ac:spMkLst>
        </pc:spChg>
        <pc:spChg chg="mod">
          <ac:chgData name="Mohammad Hosein Rabiee" userId="abd3525940ec1412" providerId="LiveId" clId="{AC6FBA45-B926-4CA8-B9BF-B75426C94014}" dt="2024-01-04T13:15:04.901" v="4008" actId="1076"/>
          <ac:spMkLst>
            <pc:docMk/>
            <pc:sldMk cId="0" sldId="257"/>
            <ac:spMk id="7" creationId="{9ED3A26A-9F64-4592-8E77-4D7E49AF2D94}"/>
          </ac:spMkLst>
        </pc:spChg>
        <pc:spChg chg="del mod">
          <ac:chgData name="Mohammad Hosein Rabiee" userId="abd3525940ec1412" providerId="LiveId" clId="{AC6FBA45-B926-4CA8-B9BF-B75426C94014}" dt="2024-01-04T13:14:44.411" v="4004" actId="478"/>
          <ac:spMkLst>
            <pc:docMk/>
            <pc:sldMk cId="0" sldId="257"/>
            <ac:spMk id="8" creationId="{782172BC-564D-3C27-A330-56A537679D13}"/>
          </ac:spMkLst>
        </pc:spChg>
        <pc:spChg chg="del mod">
          <ac:chgData name="Mohammad Hosein Rabiee" userId="abd3525940ec1412" providerId="LiveId" clId="{AC6FBA45-B926-4CA8-B9BF-B75426C94014}" dt="2024-01-04T13:14:47.227" v="4006" actId="478"/>
          <ac:spMkLst>
            <pc:docMk/>
            <pc:sldMk cId="0" sldId="257"/>
            <ac:spMk id="9" creationId="{294D7AAD-00D2-5B49-9EB5-29039C7D32EB}"/>
          </ac:spMkLst>
        </pc:spChg>
        <pc:spChg chg="mod">
          <ac:chgData name="Mohammad Hosein Rabiee" userId="abd3525940ec1412" providerId="LiveId" clId="{AC6FBA45-B926-4CA8-B9BF-B75426C94014}" dt="2024-01-04T13:15:11.848" v="4010" actId="1076"/>
          <ac:spMkLst>
            <pc:docMk/>
            <pc:sldMk cId="0" sldId="257"/>
            <ac:spMk id="339" creationId="{00000000-0000-0000-0000-000000000000}"/>
          </ac:spMkLst>
        </pc:spChg>
        <pc:spChg chg="mod">
          <ac:chgData name="Mohammad Hosein Rabiee" userId="abd3525940ec1412" providerId="LiveId" clId="{AC6FBA45-B926-4CA8-B9BF-B75426C94014}" dt="2024-01-04T13:15:08.552" v="4009" actId="1076"/>
          <ac:spMkLst>
            <pc:docMk/>
            <pc:sldMk cId="0" sldId="257"/>
            <ac:spMk id="340" creationId="{00000000-0000-0000-0000-000000000000}"/>
          </ac:spMkLst>
        </pc:spChg>
        <pc:spChg chg="del mod">
          <ac:chgData name="Mohammad Hosein Rabiee" userId="abd3525940ec1412" providerId="LiveId" clId="{AC6FBA45-B926-4CA8-B9BF-B75426C94014}" dt="2024-01-04T13:14:37.585" v="4003" actId="478"/>
          <ac:spMkLst>
            <pc:docMk/>
            <pc:sldMk cId="0" sldId="257"/>
            <ac:spMk id="341" creationId="{00000000-0000-0000-0000-000000000000}"/>
          </ac:spMkLst>
        </pc:spChg>
        <pc:spChg chg="mod">
          <ac:chgData name="Mohammad Hosein Rabiee" userId="abd3525940ec1412" providerId="LiveId" clId="{AC6FBA45-B926-4CA8-B9BF-B75426C94014}" dt="2024-01-04T13:15:00.562" v="4007" actId="1076"/>
          <ac:spMkLst>
            <pc:docMk/>
            <pc:sldMk cId="0" sldId="257"/>
            <ac:spMk id="342" creationId="{00000000-0000-0000-0000-000000000000}"/>
          </ac:spMkLst>
        </pc:spChg>
      </pc:sldChg>
      <pc:sldChg chg="modSp mod ord modNotes">
        <pc:chgData name="Mohammad Hosein Rabiee" userId="abd3525940ec1412" providerId="LiveId" clId="{AC6FBA45-B926-4CA8-B9BF-B75426C94014}" dt="2023-11-15T20:56:48.128" v="106" actId="20577"/>
        <pc:sldMkLst>
          <pc:docMk/>
          <pc:sldMk cId="0" sldId="258"/>
        </pc:sldMkLst>
        <pc:spChg chg="mod">
          <ac:chgData name="Mohammad Hosein Rabiee" userId="abd3525940ec1412" providerId="LiveId" clId="{AC6FBA45-B926-4CA8-B9BF-B75426C94014}" dt="2023-11-15T20:56:41.578" v="97" actId="404"/>
          <ac:spMkLst>
            <pc:docMk/>
            <pc:sldMk cId="0" sldId="258"/>
            <ac:spMk id="359" creationId="{00000000-0000-0000-0000-000000000000}"/>
          </ac:spMkLst>
        </pc:spChg>
        <pc:spChg chg="mod">
          <ac:chgData name="Mohammad Hosein Rabiee" userId="abd3525940ec1412" providerId="LiveId" clId="{AC6FBA45-B926-4CA8-B9BF-B75426C94014}" dt="2023-11-15T20:56:48.128" v="106" actId="20577"/>
          <ac:spMkLst>
            <pc:docMk/>
            <pc:sldMk cId="0" sldId="258"/>
            <ac:spMk id="360" creationId="{00000000-0000-0000-0000-000000000000}"/>
          </ac:spMkLst>
        </pc:spChg>
      </pc:sldChg>
      <pc:sldChg chg="modSp mod ord modNotes">
        <pc:chgData name="Mohammad Hosein Rabiee" userId="abd3525940ec1412" providerId="LiveId" clId="{AC6FBA45-B926-4CA8-B9BF-B75426C94014}" dt="2023-11-15T20:58:10.940" v="195"/>
        <pc:sldMkLst>
          <pc:docMk/>
          <pc:sldMk cId="0" sldId="259"/>
        </pc:sldMkLst>
        <pc:spChg chg="mod">
          <ac:chgData name="Mohammad Hosein Rabiee" userId="abd3525940ec1412" providerId="LiveId" clId="{AC6FBA45-B926-4CA8-B9BF-B75426C94014}" dt="2023-11-15T20:58:04.771" v="194" actId="1076"/>
          <ac:spMkLst>
            <pc:docMk/>
            <pc:sldMk cId="0" sldId="259"/>
            <ac:spMk id="378" creationId="{00000000-0000-0000-0000-000000000000}"/>
          </ac:spMkLst>
        </pc:spChg>
        <pc:spChg chg="mod">
          <ac:chgData name="Mohammad Hosein Rabiee" userId="abd3525940ec1412" providerId="LiveId" clId="{AC6FBA45-B926-4CA8-B9BF-B75426C94014}" dt="2023-11-15T20:57:48.216" v="175" actId="20577"/>
          <ac:spMkLst>
            <pc:docMk/>
            <pc:sldMk cId="0" sldId="259"/>
            <ac:spMk id="379" creationId="{00000000-0000-0000-0000-000000000000}"/>
          </ac:spMkLst>
        </pc:spChg>
        <pc:spChg chg="mod">
          <ac:chgData name="Mohammad Hosein Rabiee" userId="abd3525940ec1412" providerId="LiveId" clId="{AC6FBA45-B926-4CA8-B9BF-B75426C94014}" dt="2023-11-15T20:58:10.940" v="195"/>
          <ac:spMkLst>
            <pc:docMk/>
            <pc:sldMk cId="0" sldId="259"/>
            <ac:spMk id="380" creationId="{00000000-0000-0000-0000-000000000000}"/>
          </ac:spMkLst>
        </pc:spChg>
      </pc:sldChg>
      <pc:sldChg chg="del">
        <pc:chgData name="Mohammad Hosein Rabiee" userId="abd3525940ec1412" providerId="LiveId" clId="{AC6FBA45-B926-4CA8-B9BF-B75426C94014}" dt="2024-01-04T13:15:32.803" v="4022" actId="47"/>
        <pc:sldMkLst>
          <pc:docMk/>
          <pc:sldMk cId="0" sldId="260"/>
        </pc:sldMkLst>
      </pc:sldChg>
      <pc:sldChg chg="del">
        <pc:chgData name="Mohammad Hosein Rabiee" userId="abd3525940ec1412" providerId="LiveId" clId="{AC6FBA45-B926-4CA8-B9BF-B75426C94014}" dt="2024-01-04T13:15:30.832" v="4021" actId="47"/>
        <pc:sldMkLst>
          <pc:docMk/>
          <pc:sldMk cId="0" sldId="261"/>
        </pc:sldMkLst>
      </pc:sldChg>
      <pc:sldChg chg="del">
        <pc:chgData name="Mohammad Hosein Rabiee" userId="abd3525940ec1412" providerId="LiveId" clId="{AC6FBA45-B926-4CA8-B9BF-B75426C94014}" dt="2024-01-04T13:15:29.569" v="4020" actId="47"/>
        <pc:sldMkLst>
          <pc:docMk/>
          <pc:sldMk cId="0" sldId="262"/>
        </pc:sldMkLst>
      </pc:sldChg>
      <pc:sldChg chg="del">
        <pc:chgData name="Mohammad Hosein Rabiee" userId="abd3525940ec1412" providerId="LiveId" clId="{AC6FBA45-B926-4CA8-B9BF-B75426C94014}" dt="2024-01-04T13:15:28.664" v="4019" actId="47"/>
        <pc:sldMkLst>
          <pc:docMk/>
          <pc:sldMk cId="0" sldId="263"/>
        </pc:sldMkLst>
      </pc:sldChg>
      <pc:sldChg chg="del">
        <pc:chgData name="Mohammad Hosein Rabiee" userId="abd3525940ec1412" providerId="LiveId" clId="{AC6FBA45-B926-4CA8-B9BF-B75426C94014}" dt="2024-01-04T13:15:27.883" v="4018" actId="47"/>
        <pc:sldMkLst>
          <pc:docMk/>
          <pc:sldMk cId="0" sldId="264"/>
        </pc:sldMkLst>
      </pc:sldChg>
      <pc:sldChg chg="del">
        <pc:chgData name="Mohammad Hosein Rabiee" userId="abd3525940ec1412" providerId="LiveId" clId="{AC6FBA45-B926-4CA8-B9BF-B75426C94014}" dt="2024-01-04T13:15:26.987" v="4017" actId="47"/>
        <pc:sldMkLst>
          <pc:docMk/>
          <pc:sldMk cId="0" sldId="265"/>
        </pc:sldMkLst>
      </pc:sldChg>
      <pc:sldChg chg="del">
        <pc:chgData name="Mohammad Hosein Rabiee" userId="abd3525940ec1412" providerId="LiveId" clId="{AC6FBA45-B926-4CA8-B9BF-B75426C94014}" dt="2024-01-04T13:15:25.941" v="4016" actId="47"/>
        <pc:sldMkLst>
          <pc:docMk/>
          <pc:sldMk cId="0" sldId="266"/>
        </pc:sldMkLst>
      </pc:sldChg>
      <pc:sldChg chg="addSp delSp modSp del mod">
        <pc:chgData name="Mohammad Hosein Rabiee" userId="abd3525940ec1412" providerId="LiveId" clId="{AC6FBA45-B926-4CA8-B9BF-B75426C94014}" dt="2024-01-04T13:16:16.864" v="4027" actId="2696"/>
        <pc:sldMkLst>
          <pc:docMk/>
          <pc:sldMk cId="0" sldId="267"/>
        </pc:sldMkLst>
        <pc:spChg chg="add mod">
          <ac:chgData name="Mohammad Hosein Rabiee" userId="abd3525940ec1412" providerId="LiveId" clId="{AC6FBA45-B926-4CA8-B9BF-B75426C94014}" dt="2024-01-04T13:16:11.840" v="4026" actId="478"/>
          <ac:spMkLst>
            <pc:docMk/>
            <pc:sldMk cId="0" sldId="267"/>
            <ac:spMk id="3" creationId="{1FDFD001-1BDD-523E-6577-E28958CCC339}"/>
          </ac:spMkLst>
        </pc:spChg>
        <pc:spChg chg="del mod">
          <ac:chgData name="Mohammad Hosein Rabiee" userId="abd3525940ec1412" providerId="LiveId" clId="{AC6FBA45-B926-4CA8-B9BF-B75426C94014}" dt="2024-01-04T13:16:11.840" v="4026" actId="478"/>
          <ac:spMkLst>
            <pc:docMk/>
            <pc:sldMk cId="0" sldId="267"/>
            <ac:spMk id="477" creationId="{00000000-0000-0000-0000-000000000000}"/>
          </ac:spMkLst>
        </pc:spChg>
        <pc:spChg chg="del">
          <ac:chgData name="Mohammad Hosein Rabiee" userId="abd3525940ec1412" providerId="LiveId" clId="{AC6FBA45-B926-4CA8-B9BF-B75426C94014}" dt="2024-01-04T13:15:59.318" v="4024" actId="478"/>
          <ac:spMkLst>
            <pc:docMk/>
            <pc:sldMk cId="0" sldId="267"/>
            <ac:spMk id="478" creationId="{00000000-0000-0000-0000-000000000000}"/>
          </ac:spMkLst>
        </pc:spChg>
        <pc:grpChg chg="del">
          <ac:chgData name="Mohammad Hosein Rabiee" userId="abd3525940ec1412" providerId="LiveId" clId="{AC6FBA45-B926-4CA8-B9BF-B75426C94014}" dt="2024-01-04T13:15:50.558" v="4023" actId="478"/>
          <ac:grpSpMkLst>
            <pc:docMk/>
            <pc:sldMk cId="0" sldId="267"/>
            <ac:grpSpMk id="486" creationId="{00000000-0000-0000-0000-000000000000}"/>
          </ac:grpSpMkLst>
        </pc:grpChg>
      </pc:sldChg>
      <pc:sldChg chg="del">
        <pc:chgData name="Mohammad Hosein Rabiee" userId="abd3525940ec1412" providerId="LiveId" clId="{AC6FBA45-B926-4CA8-B9BF-B75426C94014}" dt="2024-01-04T13:15:24.732" v="4015" actId="47"/>
        <pc:sldMkLst>
          <pc:docMk/>
          <pc:sldMk cId="0" sldId="268"/>
        </pc:sldMkLst>
      </pc:sldChg>
      <pc:sldChg chg="del">
        <pc:chgData name="Mohammad Hosein Rabiee" userId="abd3525940ec1412" providerId="LiveId" clId="{AC6FBA45-B926-4CA8-B9BF-B75426C94014}" dt="2024-01-04T13:15:23.822" v="4014" actId="47"/>
        <pc:sldMkLst>
          <pc:docMk/>
          <pc:sldMk cId="0" sldId="269"/>
        </pc:sldMkLst>
      </pc:sldChg>
      <pc:sldChg chg="del">
        <pc:chgData name="Mohammad Hosein Rabiee" userId="abd3525940ec1412" providerId="LiveId" clId="{AC6FBA45-B926-4CA8-B9BF-B75426C94014}" dt="2024-01-04T13:15:23.004" v="4013" actId="47"/>
        <pc:sldMkLst>
          <pc:docMk/>
          <pc:sldMk cId="0" sldId="270"/>
        </pc:sldMkLst>
      </pc:sldChg>
      <pc:sldChg chg="del">
        <pc:chgData name="Mohammad Hosein Rabiee" userId="abd3525940ec1412" providerId="LiveId" clId="{AC6FBA45-B926-4CA8-B9BF-B75426C94014}" dt="2023-11-15T22:06:30.740" v="683" actId="47"/>
        <pc:sldMkLst>
          <pc:docMk/>
          <pc:sldMk cId="2586382269" sldId="271"/>
        </pc:sldMkLst>
      </pc:sldChg>
      <pc:sldChg chg="addSp delSp modSp mod modAnim">
        <pc:chgData name="Mohammad Hosein Rabiee" userId="abd3525940ec1412" providerId="LiveId" clId="{AC6FBA45-B926-4CA8-B9BF-B75426C94014}" dt="2023-11-15T22:49:10.343" v="1528" actId="207"/>
        <pc:sldMkLst>
          <pc:docMk/>
          <pc:sldMk cId="533303143" sldId="272"/>
        </pc:sldMkLst>
        <pc:spChg chg="add mod">
          <ac:chgData name="Mohammad Hosein Rabiee" userId="abd3525940ec1412" providerId="LiveId" clId="{AC6FBA45-B926-4CA8-B9BF-B75426C94014}" dt="2023-11-15T22:10:04.679" v="719" actId="1076"/>
          <ac:spMkLst>
            <pc:docMk/>
            <pc:sldMk cId="533303143" sldId="272"/>
            <ac:spMk id="2" creationId="{546D8189-4DDA-C8FA-A671-C46C3FE5B8FC}"/>
          </ac:spMkLst>
        </pc:spChg>
        <pc:spChg chg="add mod">
          <ac:chgData name="Mohammad Hosein Rabiee" userId="abd3525940ec1412" providerId="LiveId" clId="{AC6FBA45-B926-4CA8-B9BF-B75426C94014}" dt="2023-11-15T22:10:00.572" v="718" actId="20577"/>
          <ac:spMkLst>
            <pc:docMk/>
            <pc:sldMk cId="533303143" sldId="272"/>
            <ac:spMk id="3" creationId="{5A69EB4D-F6ED-B967-A79C-5F1537726C42}"/>
          </ac:spMkLst>
        </pc:spChg>
        <pc:spChg chg="add mod">
          <ac:chgData name="Mohammad Hosein Rabiee" userId="abd3525940ec1412" providerId="LiveId" clId="{AC6FBA45-B926-4CA8-B9BF-B75426C94014}" dt="2023-11-15T22:13:31.259" v="762" actId="1076"/>
          <ac:spMkLst>
            <pc:docMk/>
            <pc:sldMk cId="533303143" sldId="272"/>
            <ac:spMk id="4" creationId="{20A43B03-266B-B356-F31E-9687E0273FEB}"/>
          </ac:spMkLst>
        </pc:spChg>
        <pc:spChg chg="add mod">
          <ac:chgData name="Mohammad Hosein Rabiee" userId="abd3525940ec1412" providerId="LiveId" clId="{AC6FBA45-B926-4CA8-B9BF-B75426C94014}" dt="2023-11-15T22:41:35.269" v="1412" actId="1076"/>
          <ac:spMkLst>
            <pc:docMk/>
            <pc:sldMk cId="533303143" sldId="272"/>
            <ac:spMk id="6" creationId="{B8536E59-0ABC-0775-1EA1-59D91301DFC3}"/>
          </ac:spMkLst>
        </pc:spChg>
        <pc:spChg chg="add mod">
          <ac:chgData name="Mohammad Hosein Rabiee" userId="abd3525940ec1412" providerId="LiveId" clId="{AC6FBA45-B926-4CA8-B9BF-B75426C94014}" dt="2023-11-15T22:20:51.882" v="1369" actId="1076"/>
          <ac:spMkLst>
            <pc:docMk/>
            <pc:sldMk cId="533303143" sldId="272"/>
            <ac:spMk id="7" creationId="{D98AF154-53E2-CEAB-DD7E-92FB9156461C}"/>
          </ac:spMkLst>
        </pc:spChg>
        <pc:spChg chg="add mod">
          <ac:chgData name="Mohammad Hosein Rabiee" userId="abd3525940ec1412" providerId="LiveId" clId="{AC6FBA45-B926-4CA8-B9BF-B75426C94014}" dt="2023-11-15T22:20:47.450" v="1368" actId="1076"/>
          <ac:spMkLst>
            <pc:docMk/>
            <pc:sldMk cId="533303143" sldId="272"/>
            <ac:spMk id="10" creationId="{A88317EC-84E1-30B1-4E1E-4FD1F322A353}"/>
          </ac:spMkLst>
        </pc:spChg>
        <pc:spChg chg="add mod ord">
          <ac:chgData name="Mohammad Hosein Rabiee" userId="abd3525940ec1412" providerId="LiveId" clId="{AC6FBA45-B926-4CA8-B9BF-B75426C94014}" dt="2023-11-15T22:21:08.461" v="1372" actId="14100"/>
          <ac:spMkLst>
            <pc:docMk/>
            <pc:sldMk cId="533303143" sldId="272"/>
            <ac:spMk id="13" creationId="{D467DDB2-675F-C68D-6EDF-6183D0ED16E8}"/>
          </ac:spMkLst>
        </pc:spChg>
        <pc:spChg chg="add mod ord">
          <ac:chgData name="Mohammad Hosein Rabiee" userId="abd3525940ec1412" providerId="LiveId" clId="{AC6FBA45-B926-4CA8-B9BF-B75426C94014}" dt="2023-11-15T22:20:25.104" v="1367" actId="14100"/>
          <ac:spMkLst>
            <pc:docMk/>
            <pc:sldMk cId="533303143" sldId="272"/>
            <ac:spMk id="14" creationId="{C59D639F-B1D4-FBB8-9C04-1DC91589275C}"/>
          </ac:spMkLst>
        </pc:spChg>
        <pc:spChg chg="add mod">
          <ac:chgData name="Mohammad Hosein Rabiee" userId="abd3525940ec1412" providerId="LiveId" clId="{AC6FBA45-B926-4CA8-B9BF-B75426C94014}" dt="2023-11-15T22:22:08.967" v="1394" actId="1076"/>
          <ac:spMkLst>
            <pc:docMk/>
            <pc:sldMk cId="533303143" sldId="272"/>
            <ac:spMk id="15" creationId="{8D19E54D-40A7-E20E-F17B-88EE36C2F389}"/>
          </ac:spMkLst>
        </pc:spChg>
        <pc:spChg chg="add mod">
          <ac:chgData name="Mohammad Hosein Rabiee" userId="abd3525940ec1412" providerId="LiveId" clId="{AC6FBA45-B926-4CA8-B9BF-B75426C94014}" dt="2023-11-15T22:22:06.145" v="1393" actId="1076"/>
          <ac:spMkLst>
            <pc:docMk/>
            <pc:sldMk cId="533303143" sldId="272"/>
            <ac:spMk id="16" creationId="{8D22B7F3-8210-C2AE-85D4-225C6FEFEDED}"/>
          </ac:spMkLst>
        </pc:spChg>
        <pc:spChg chg="add mod">
          <ac:chgData name="Mohammad Hosein Rabiee" userId="abd3525940ec1412" providerId="LiveId" clId="{AC6FBA45-B926-4CA8-B9BF-B75426C94014}" dt="2023-11-15T22:22:36.976" v="1404" actId="1076"/>
          <ac:spMkLst>
            <pc:docMk/>
            <pc:sldMk cId="533303143" sldId="272"/>
            <ac:spMk id="17" creationId="{79E834A1-5ECC-2312-E44C-22CEF7083D13}"/>
          </ac:spMkLst>
        </pc:spChg>
        <pc:spChg chg="add mod">
          <ac:chgData name="Mohammad Hosein Rabiee" userId="abd3525940ec1412" providerId="LiveId" clId="{AC6FBA45-B926-4CA8-B9BF-B75426C94014}" dt="2023-11-15T22:22:56.575" v="1408" actId="1076"/>
          <ac:spMkLst>
            <pc:docMk/>
            <pc:sldMk cId="533303143" sldId="272"/>
            <ac:spMk id="19" creationId="{38FD4940-DFAC-0BDE-431C-173EA34774BB}"/>
          </ac:spMkLst>
        </pc:spChg>
        <pc:spChg chg="add mod">
          <ac:chgData name="Mohammad Hosein Rabiee" userId="abd3525940ec1412" providerId="LiveId" clId="{AC6FBA45-B926-4CA8-B9BF-B75426C94014}" dt="2023-11-15T22:41:46.636" v="1415" actId="1076"/>
          <ac:spMkLst>
            <pc:docMk/>
            <pc:sldMk cId="533303143" sldId="272"/>
            <ac:spMk id="20" creationId="{288CB79D-D212-0C34-07F7-59316859F5C6}"/>
          </ac:spMkLst>
        </pc:spChg>
        <pc:spChg chg="add mod">
          <ac:chgData name="Mohammad Hosein Rabiee" userId="abd3525940ec1412" providerId="LiveId" clId="{AC6FBA45-B926-4CA8-B9BF-B75426C94014}" dt="2023-11-15T22:41:53.050" v="1417" actId="20577"/>
          <ac:spMkLst>
            <pc:docMk/>
            <pc:sldMk cId="533303143" sldId="272"/>
            <ac:spMk id="21" creationId="{C42E9F80-46C8-A4D5-1976-9756BD1AFEFD}"/>
          </ac:spMkLst>
        </pc:spChg>
        <pc:spChg chg="add del mod">
          <ac:chgData name="Mohammad Hosein Rabiee" userId="abd3525940ec1412" providerId="LiveId" clId="{AC6FBA45-B926-4CA8-B9BF-B75426C94014}" dt="2023-11-15T22:48:14.016" v="1519" actId="478"/>
          <ac:spMkLst>
            <pc:docMk/>
            <pc:sldMk cId="533303143" sldId="272"/>
            <ac:spMk id="35" creationId="{DEF373B4-ED5C-0A13-4798-0AAB1CA07F65}"/>
          </ac:spMkLst>
        </pc:spChg>
        <pc:spChg chg="add del mod">
          <ac:chgData name="Mohammad Hosein Rabiee" userId="abd3525940ec1412" providerId="LiveId" clId="{AC6FBA45-B926-4CA8-B9BF-B75426C94014}" dt="2023-11-15T22:48:13.337" v="1518" actId="478"/>
          <ac:spMkLst>
            <pc:docMk/>
            <pc:sldMk cId="533303143" sldId="272"/>
            <ac:spMk id="36" creationId="{63C6601B-8D72-A72E-420E-27A592E9E108}"/>
          </ac:spMkLst>
        </pc:spChg>
        <pc:spChg chg="add mod">
          <ac:chgData name="Mohammad Hosein Rabiee" userId="abd3525940ec1412" providerId="LiveId" clId="{AC6FBA45-B926-4CA8-B9BF-B75426C94014}" dt="2023-11-15T22:49:10.343" v="1528" actId="207"/>
          <ac:spMkLst>
            <pc:docMk/>
            <pc:sldMk cId="533303143" sldId="272"/>
            <ac:spMk id="43" creationId="{9B31641F-864C-2EEF-B8A8-EF37ABA31295}"/>
          </ac:spMkLst>
        </pc:spChg>
        <pc:cxnChg chg="mod">
          <ac:chgData name="Mohammad Hosein Rabiee" userId="abd3525940ec1412" providerId="LiveId" clId="{AC6FBA45-B926-4CA8-B9BF-B75426C94014}" dt="2023-11-15T22:20:13.236" v="1365" actId="1076"/>
          <ac:cxnSpMkLst>
            <pc:docMk/>
            <pc:sldMk cId="533303143" sldId="272"/>
            <ac:cxnSpMk id="12" creationId="{1D945580-4B79-6C1D-E62A-62E1508E4B9C}"/>
          </ac:cxnSpMkLst>
        </pc:cxnChg>
        <pc:cxnChg chg="add del mod">
          <ac:chgData name="Mohammad Hosein Rabiee" userId="abd3525940ec1412" providerId="LiveId" clId="{AC6FBA45-B926-4CA8-B9BF-B75426C94014}" dt="2023-11-15T22:48:52.630" v="1525" actId="1076"/>
          <ac:cxnSpMkLst>
            <pc:docMk/>
            <pc:sldMk cId="533303143" sldId="272"/>
            <ac:cxnSpMk id="23" creationId="{CD1A2246-25B5-4557-E027-D56A2EFD926D}"/>
          </ac:cxnSpMkLst>
        </pc:cxnChg>
        <pc:cxnChg chg="add del mod">
          <ac:chgData name="Mohammad Hosein Rabiee" userId="abd3525940ec1412" providerId="LiveId" clId="{AC6FBA45-B926-4CA8-B9BF-B75426C94014}" dt="2023-11-15T22:46:53.920" v="1506" actId="478"/>
          <ac:cxnSpMkLst>
            <pc:docMk/>
            <pc:sldMk cId="533303143" sldId="272"/>
            <ac:cxnSpMk id="30" creationId="{4604A22D-D1EA-3F3F-C062-51B151282E45}"/>
          </ac:cxnSpMkLst>
        </pc:cxnChg>
        <pc:cxnChg chg="add mod">
          <ac:chgData name="Mohammad Hosein Rabiee" userId="abd3525940ec1412" providerId="LiveId" clId="{AC6FBA45-B926-4CA8-B9BF-B75426C94014}" dt="2023-11-15T22:48:59.314" v="1526" actId="1076"/>
          <ac:cxnSpMkLst>
            <pc:docMk/>
            <pc:sldMk cId="533303143" sldId="272"/>
            <ac:cxnSpMk id="54" creationId="{8E17F89D-E8D7-2B83-49A2-7761813DACDE}"/>
          </ac:cxnSpMkLst>
        </pc:cxnChg>
      </pc:sldChg>
      <pc:sldChg chg="modSp add mod ord">
        <pc:chgData name="Mohammad Hosein Rabiee" userId="abd3525940ec1412" providerId="LiveId" clId="{AC6FBA45-B926-4CA8-B9BF-B75426C94014}" dt="2023-11-15T21:00:40.626" v="202"/>
        <pc:sldMkLst>
          <pc:docMk/>
          <pc:sldMk cId="3382429007" sldId="273"/>
        </pc:sldMkLst>
        <pc:spChg chg="mod">
          <ac:chgData name="Mohammad Hosein Rabiee" userId="abd3525940ec1412" providerId="LiveId" clId="{AC6FBA45-B926-4CA8-B9BF-B75426C94014}" dt="2023-11-15T21:00:31.214" v="201" actId="20577"/>
          <ac:spMkLst>
            <pc:docMk/>
            <pc:sldMk cId="3382429007" sldId="273"/>
            <ac:spMk id="359" creationId="{00000000-0000-0000-0000-000000000000}"/>
          </ac:spMkLst>
        </pc:spChg>
        <pc:spChg chg="mod">
          <ac:chgData name="Mohammad Hosein Rabiee" userId="abd3525940ec1412" providerId="LiveId" clId="{AC6FBA45-B926-4CA8-B9BF-B75426C94014}" dt="2023-11-15T21:00:40.626" v="202"/>
          <ac:spMkLst>
            <pc:docMk/>
            <pc:sldMk cId="3382429007" sldId="273"/>
            <ac:spMk id="360" creationId="{00000000-0000-0000-0000-000000000000}"/>
          </ac:spMkLst>
        </pc:spChg>
      </pc:sldChg>
      <pc:sldChg chg="addSp delSp modSp add mod ord modClrScheme chgLayout">
        <pc:chgData name="Mohammad Hosein Rabiee" userId="abd3525940ec1412" providerId="LiveId" clId="{AC6FBA45-B926-4CA8-B9BF-B75426C94014}" dt="2023-11-17T16:32:19.443" v="3926" actId="12"/>
        <pc:sldMkLst>
          <pc:docMk/>
          <pc:sldMk cId="1469227945" sldId="274"/>
        </pc:sldMkLst>
        <pc:spChg chg="add mod">
          <ac:chgData name="Mohammad Hosein Rabiee" userId="abd3525940ec1412" providerId="LiveId" clId="{AC6FBA45-B926-4CA8-B9BF-B75426C94014}" dt="2023-11-15T21:34:05.931" v="654" actId="164"/>
          <ac:spMkLst>
            <pc:docMk/>
            <pc:sldMk cId="1469227945" sldId="274"/>
            <ac:spMk id="2" creationId="{9C16681B-9074-FF50-DD73-CA491A6FE7E5}"/>
          </ac:spMkLst>
        </pc:spChg>
        <pc:spChg chg="add mod">
          <ac:chgData name="Mohammad Hosein Rabiee" userId="abd3525940ec1412" providerId="LiveId" clId="{AC6FBA45-B926-4CA8-B9BF-B75426C94014}" dt="2023-11-15T21:34:05.931" v="654" actId="164"/>
          <ac:spMkLst>
            <pc:docMk/>
            <pc:sldMk cId="1469227945" sldId="274"/>
            <ac:spMk id="10" creationId="{566D140E-B75C-C247-66AE-66D1CC80D202}"/>
          </ac:spMkLst>
        </pc:spChg>
        <pc:spChg chg="add mod">
          <ac:chgData name="Mohammad Hosein Rabiee" userId="abd3525940ec1412" providerId="LiveId" clId="{AC6FBA45-B926-4CA8-B9BF-B75426C94014}" dt="2023-11-15T21:34:05.931" v="654" actId="164"/>
          <ac:spMkLst>
            <pc:docMk/>
            <pc:sldMk cId="1469227945" sldId="274"/>
            <ac:spMk id="11" creationId="{7236F7D3-7DAD-645D-BC28-F434AFC144C4}"/>
          </ac:spMkLst>
        </pc:spChg>
        <pc:spChg chg="add del mod">
          <ac:chgData name="Mohammad Hosein Rabiee" userId="abd3525940ec1412" providerId="LiveId" clId="{AC6FBA45-B926-4CA8-B9BF-B75426C94014}" dt="2023-11-15T21:12:47.400" v="357" actId="478"/>
          <ac:spMkLst>
            <pc:docMk/>
            <pc:sldMk cId="1469227945" sldId="274"/>
            <ac:spMk id="13" creationId="{11584BBE-70CA-262F-39C8-B3F0B82E089C}"/>
          </ac:spMkLst>
        </pc:spChg>
        <pc:spChg chg="add del mod">
          <ac:chgData name="Mohammad Hosein Rabiee" userId="abd3525940ec1412" providerId="LiveId" clId="{AC6FBA45-B926-4CA8-B9BF-B75426C94014}" dt="2023-11-15T21:34:42.120" v="658" actId="165"/>
          <ac:spMkLst>
            <pc:docMk/>
            <pc:sldMk cId="1469227945" sldId="274"/>
            <ac:spMk id="14" creationId="{BF03A157-ACDA-4DA1-202A-B34ACEAF5B06}"/>
          </ac:spMkLst>
        </pc:spChg>
        <pc:spChg chg="add del mod">
          <ac:chgData name="Mohammad Hosein Rabiee" userId="abd3525940ec1412" providerId="LiveId" clId="{AC6FBA45-B926-4CA8-B9BF-B75426C94014}" dt="2023-11-15T21:21:26.211" v="487" actId="478"/>
          <ac:spMkLst>
            <pc:docMk/>
            <pc:sldMk cId="1469227945" sldId="274"/>
            <ac:spMk id="15" creationId="{ADABF62A-3A43-529B-4D49-78B1E8F1E179}"/>
          </ac:spMkLst>
        </pc:spChg>
        <pc:spChg chg="add mod">
          <ac:chgData name="Mohammad Hosein Rabiee" userId="abd3525940ec1412" providerId="LiveId" clId="{AC6FBA45-B926-4CA8-B9BF-B75426C94014}" dt="2023-11-15T21:16:15.492" v="431" actId="571"/>
          <ac:spMkLst>
            <pc:docMk/>
            <pc:sldMk cId="1469227945" sldId="274"/>
            <ac:spMk id="17" creationId="{D84FD50C-AFF9-2A7E-A0AE-A8D215BAAD69}"/>
          </ac:spMkLst>
        </pc:spChg>
        <pc:spChg chg="add mod">
          <ac:chgData name="Mohammad Hosein Rabiee" userId="abd3525940ec1412" providerId="LiveId" clId="{AC6FBA45-B926-4CA8-B9BF-B75426C94014}" dt="2023-11-15T21:34:42.120" v="658" actId="165"/>
          <ac:spMkLst>
            <pc:docMk/>
            <pc:sldMk cId="1469227945" sldId="274"/>
            <ac:spMk id="51" creationId="{E6B98A42-B6F9-0213-51DE-5008652DC6FE}"/>
          </ac:spMkLst>
        </pc:spChg>
        <pc:spChg chg="add del">
          <ac:chgData name="Mohammad Hosein Rabiee" userId="abd3525940ec1412" providerId="LiveId" clId="{AC6FBA45-B926-4CA8-B9BF-B75426C94014}" dt="2023-11-15T21:27:56.840" v="566" actId="478"/>
          <ac:spMkLst>
            <pc:docMk/>
            <pc:sldMk cId="1469227945" sldId="274"/>
            <ac:spMk id="340" creationId="{C0096505-81FB-DF39-620D-E541757A2192}"/>
          </ac:spMkLst>
        </pc:spChg>
        <pc:spChg chg="add mod topLvl">
          <ac:chgData name="Mohammad Hosein Rabiee" userId="abd3525940ec1412" providerId="LiveId" clId="{AC6FBA45-B926-4CA8-B9BF-B75426C94014}" dt="2023-11-15T21:36:08.300" v="679" actId="1076"/>
          <ac:spMkLst>
            <pc:docMk/>
            <pc:sldMk cId="1469227945" sldId="274"/>
            <ac:spMk id="348" creationId="{4F6B2478-A921-ED83-11E1-26B71B8F2FE8}"/>
          </ac:spMkLst>
        </pc:spChg>
        <pc:spChg chg="add mod">
          <ac:chgData name="Mohammad Hosein Rabiee" userId="abd3525940ec1412" providerId="LiveId" clId="{AC6FBA45-B926-4CA8-B9BF-B75426C94014}" dt="2023-11-15T21:29:30.509" v="587" actId="571"/>
          <ac:spMkLst>
            <pc:docMk/>
            <pc:sldMk cId="1469227945" sldId="274"/>
            <ac:spMk id="349" creationId="{3AE0089B-1E1A-BB6C-B1F2-FBFAFFF175D9}"/>
          </ac:spMkLst>
        </pc:spChg>
        <pc:spChg chg="add mod topLvl">
          <ac:chgData name="Mohammad Hosein Rabiee" userId="abd3525940ec1412" providerId="LiveId" clId="{AC6FBA45-B926-4CA8-B9BF-B75426C94014}" dt="2023-11-17T16:32:11.529" v="3923" actId="1076"/>
          <ac:spMkLst>
            <pc:docMk/>
            <pc:sldMk cId="1469227945" sldId="274"/>
            <ac:spMk id="369" creationId="{F643AD3F-245F-4F2A-7A6C-F88671B04F6D}"/>
          </ac:spMkLst>
        </pc:spChg>
        <pc:spChg chg="del mod">
          <ac:chgData name="Mohammad Hosein Rabiee" userId="abd3525940ec1412" providerId="LiveId" clId="{AC6FBA45-B926-4CA8-B9BF-B75426C94014}" dt="2023-11-15T21:12:45.695" v="356" actId="478"/>
          <ac:spMkLst>
            <pc:docMk/>
            <pc:sldMk cId="1469227945" sldId="274"/>
            <ac:spMk id="378" creationId="{00000000-0000-0000-0000-000000000000}"/>
          </ac:spMkLst>
        </pc:spChg>
        <pc:spChg chg="mod ord">
          <ac:chgData name="Mohammad Hosein Rabiee" userId="abd3525940ec1412" providerId="LiveId" clId="{AC6FBA45-B926-4CA8-B9BF-B75426C94014}" dt="2023-11-17T16:31:51.696" v="3918" actId="1076"/>
          <ac:spMkLst>
            <pc:docMk/>
            <pc:sldMk cId="1469227945" sldId="274"/>
            <ac:spMk id="379" creationId="{00000000-0000-0000-0000-000000000000}"/>
          </ac:spMkLst>
        </pc:spChg>
        <pc:spChg chg="mod ord">
          <ac:chgData name="Mohammad Hosein Rabiee" userId="abd3525940ec1412" providerId="LiveId" clId="{AC6FBA45-B926-4CA8-B9BF-B75426C94014}" dt="2023-11-17T16:32:19.443" v="3926" actId="12"/>
          <ac:spMkLst>
            <pc:docMk/>
            <pc:sldMk cId="1469227945" sldId="274"/>
            <ac:spMk id="380" creationId="{00000000-0000-0000-0000-000000000000}"/>
          </ac:spMkLst>
        </pc:spChg>
        <pc:spChg chg="del">
          <ac:chgData name="Mohammad Hosein Rabiee" userId="abd3525940ec1412" providerId="LiveId" clId="{AC6FBA45-B926-4CA8-B9BF-B75426C94014}" dt="2023-11-15T21:33:40.478" v="649" actId="478"/>
          <ac:spMkLst>
            <pc:docMk/>
            <pc:sldMk cId="1469227945" sldId="274"/>
            <ac:spMk id="386" creationId="{00000000-0000-0000-0000-000000000000}"/>
          </ac:spMkLst>
        </pc:spChg>
        <pc:grpChg chg="add mod topLvl">
          <ac:chgData name="Mohammad Hosein Rabiee" userId="abd3525940ec1412" providerId="LiveId" clId="{AC6FBA45-B926-4CA8-B9BF-B75426C94014}" dt="2023-11-17T16:32:07.196" v="3922" actId="1076"/>
          <ac:grpSpMkLst>
            <pc:docMk/>
            <pc:sldMk cId="1469227945" sldId="274"/>
            <ac:grpSpMk id="368" creationId="{1A8BC258-07CB-5085-5762-3056485913D6}"/>
          </ac:grpSpMkLst>
        </pc:grpChg>
        <pc:grpChg chg="add mod">
          <ac:chgData name="Mohammad Hosein Rabiee" userId="abd3525940ec1412" providerId="LiveId" clId="{AC6FBA45-B926-4CA8-B9BF-B75426C94014}" dt="2023-11-15T21:33:58.319" v="653" actId="164"/>
          <ac:grpSpMkLst>
            <pc:docMk/>
            <pc:sldMk cId="1469227945" sldId="274"/>
            <ac:grpSpMk id="370" creationId="{10FFE7D2-20A9-E31C-8D9A-6A6750AC5B45}"/>
          </ac:grpSpMkLst>
        </pc:grpChg>
        <pc:grpChg chg="add mod">
          <ac:chgData name="Mohammad Hosein Rabiee" userId="abd3525940ec1412" providerId="LiveId" clId="{AC6FBA45-B926-4CA8-B9BF-B75426C94014}" dt="2023-11-17T16:32:00.347" v="3920" actId="1076"/>
          <ac:grpSpMkLst>
            <pc:docMk/>
            <pc:sldMk cId="1469227945" sldId="274"/>
            <ac:grpSpMk id="371" creationId="{A774C53F-FC3C-E77D-81F1-24774DA155FF}"/>
          </ac:grpSpMkLst>
        </pc:grpChg>
        <pc:grpChg chg="add del mod">
          <ac:chgData name="Mohammad Hosein Rabiee" userId="abd3525940ec1412" providerId="LiveId" clId="{AC6FBA45-B926-4CA8-B9BF-B75426C94014}" dt="2023-11-15T21:34:42.120" v="658" actId="165"/>
          <ac:grpSpMkLst>
            <pc:docMk/>
            <pc:sldMk cId="1469227945" sldId="274"/>
            <ac:grpSpMk id="372" creationId="{243E89A6-411C-2B4E-34FD-1A0597CB7539}"/>
          </ac:grpSpMkLst>
        </pc:grpChg>
        <pc:grpChg chg="del">
          <ac:chgData name="Mohammad Hosein Rabiee" userId="abd3525940ec1412" providerId="LiveId" clId="{AC6FBA45-B926-4CA8-B9BF-B75426C94014}" dt="2023-11-17T16:32:13.885" v="3924" actId="478"/>
          <ac:grpSpMkLst>
            <pc:docMk/>
            <pc:sldMk cId="1469227945" sldId="274"/>
            <ac:grpSpMk id="381" creationId="{00000000-0000-0000-0000-000000000000}"/>
          </ac:grpSpMkLst>
        </pc:grpChg>
        <pc:cxnChg chg="add del">
          <ac:chgData name="Mohammad Hosein Rabiee" userId="abd3525940ec1412" providerId="LiveId" clId="{AC6FBA45-B926-4CA8-B9BF-B75426C94014}" dt="2023-11-15T21:09:36.513" v="316" actId="11529"/>
          <ac:cxnSpMkLst>
            <pc:docMk/>
            <pc:sldMk cId="1469227945" sldId="274"/>
            <ac:cxnSpMk id="4" creationId="{55DB748D-9FEA-9857-F23A-C1E2760E9A6C}"/>
          </ac:cxnSpMkLst>
        </pc:cxnChg>
        <pc:cxnChg chg="add mod">
          <ac:chgData name="Mohammad Hosein Rabiee" userId="abd3525940ec1412" providerId="LiveId" clId="{AC6FBA45-B926-4CA8-B9BF-B75426C94014}" dt="2023-11-15T21:34:05.931" v="654" actId="164"/>
          <ac:cxnSpMkLst>
            <pc:docMk/>
            <pc:sldMk cId="1469227945" sldId="274"/>
            <ac:cxnSpMk id="6" creationId="{BDB7EDDF-33FA-73D8-E71F-2EEE0559953C}"/>
          </ac:cxnSpMkLst>
        </pc:cxnChg>
        <pc:cxnChg chg="add mod">
          <ac:chgData name="Mohammad Hosein Rabiee" userId="abd3525940ec1412" providerId="LiveId" clId="{AC6FBA45-B926-4CA8-B9BF-B75426C94014}" dt="2023-11-15T21:34:05.931" v="654" actId="164"/>
          <ac:cxnSpMkLst>
            <pc:docMk/>
            <pc:sldMk cId="1469227945" sldId="274"/>
            <ac:cxnSpMk id="9" creationId="{0ED787DF-2D9E-1C2F-DAD9-F1AE63CB0A5A}"/>
          </ac:cxnSpMkLst>
        </pc:cxnChg>
        <pc:cxnChg chg="add mod">
          <ac:chgData name="Mohammad Hosein Rabiee" userId="abd3525940ec1412" providerId="LiveId" clId="{AC6FBA45-B926-4CA8-B9BF-B75426C94014}" dt="2023-11-15T21:16:15.492" v="431" actId="571"/>
          <ac:cxnSpMkLst>
            <pc:docMk/>
            <pc:sldMk cId="1469227945" sldId="274"/>
            <ac:cxnSpMk id="16" creationId="{C4719859-A4B7-DAB5-1BA1-16F93AC02BE2}"/>
          </ac:cxnSpMkLst>
        </pc:cxnChg>
        <pc:cxnChg chg="add mod">
          <ac:chgData name="Mohammad Hosein Rabiee" userId="abd3525940ec1412" providerId="LiveId" clId="{AC6FBA45-B926-4CA8-B9BF-B75426C94014}" dt="2023-11-15T21:34:42.120" v="658" actId="165"/>
          <ac:cxnSpMkLst>
            <pc:docMk/>
            <pc:sldMk cId="1469227945" sldId="274"/>
            <ac:cxnSpMk id="18" creationId="{6CCCE068-583C-3C90-9063-55EFA4847F73}"/>
          </ac:cxnSpMkLst>
        </pc:cxnChg>
        <pc:cxnChg chg="add mod ord">
          <ac:chgData name="Mohammad Hosein Rabiee" userId="abd3525940ec1412" providerId="LiveId" clId="{AC6FBA45-B926-4CA8-B9BF-B75426C94014}" dt="2023-11-15T21:36:12.519" v="682" actId="1076"/>
          <ac:cxnSpMkLst>
            <pc:docMk/>
            <pc:sldMk cId="1469227945" sldId="274"/>
            <ac:cxnSpMk id="20" creationId="{964D9661-21FD-B5CF-3B4D-1D36CC5253B2}"/>
          </ac:cxnSpMkLst>
        </pc:cxnChg>
        <pc:cxnChg chg="add mod ord">
          <ac:chgData name="Mohammad Hosein Rabiee" userId="abd3525940ec1412" providerId="LiveId" clId="{AC6FBA45-B926-4CA8-B9BF-B75426C94014}" dt="2023-11-15T21:34:42.120" v="658" actId="165"/>
          <ac:cxnSpMkLst>
            <pc:docMk/>
            <pc:sldMk cId="1469227945" sldId="274"/>
            <ac:cxnSpMk id="25" creationId="{C3E8289F-EF99-C4E5-620D-5772269A4FD7}"/>
          </ac:cxnSpMkLst>
        </pc:cxnChg>
        <pc:cxnChg chg="add mod">
          <ac:chgData name="Mohammad Hosein Rabiee" userId="abd3525940ec1412" providerId="LiveId" clId="{AC6FBA45-B926-4CA8-B9BF-B75426C94014}" dt="2023-11-15T21:34:42.120" v="658" actId="165"/>
          <ac:cxnSpMkLst>
            <pc:docMk/>
            <pc:sldMk cId="1469227945" sldId="274"/>
            <ac:cxnSpMk id="32" creationId="{812B0F62-89E3-D26A-7C56-51C53F99FF9E}"/>
          </ac:cxnSpMkLst>
        </pc:cxnChg>
        <pc:cxnChg chg="add mod">
          <ac:chgData name="Mohammad Hosein Rabiee" userId="abd3525940ec1412" providerId="LiveId" clId="{AC6FBA45-B926-4CA8-B9BF-B75426C94014}" dt="2023-11-15T21:34:42.120" v="658" actId="165"/>
          <ac:cxnSpMkLst>
            <pc:docMk/>
            <pc:sldMk cId="1469227945" sldId="274"/>
            <ac:cxnSpMk id="33" creationId="{E518B5D6-DA31-FBED-CD97-B32DEB5D35AC}"/>
          </ac:cxnSpMkLst>
        </pc:cxnChg>
        <pc:cxnChg chg="add mod ord">
          <ac:chgData name="Mohammad Hosein Rabiee" userId="abd3525940ec1412" providerId="LiveId" clId="{AC6FBA45-B926-4CA8-B9BF-B75426C94014}" dt="2023-11-15T21:34:42.120" v="658" actId="165"/>
          <ac:cxnSpMkLst>
            <pc:docMk/>
            <pc:sldMk cId="1469227945" sldId="274"/>
            <ac:cxnSpMk id="36" creationId="{ADF46130-B75F-9CF9-BB7C-80E94F350BBA}"/>
          </ac:cxnSpMkLst>
        </pc:cxnChg>
        <pc:cxnChg chg="add mod">
          <ac:chgData name="Mohammad Hosein Rabiee" userId="abd3525940ec1412" providerId="LiveId" clId="{AC6FBA45-B926-4CA8-B9BF-B75426C94014}" dt="2023-11-15T21:34:42.120" v="658" actId="165"/>
          <ac:cxnSpMkLst>
            <pc:docMk/>
            <pc:sldMk cId="1469227945" sldId="274"/>
            <ac:cxnSpMk id="324" creationId="{E3038D87-1084-A9FB-8FE5-25DFCB50A215}"/>
          </ac:cxnSpMkLst>
        </pc:cxnChg>
        <pc:cxnChg chg="add mod">
          <ac:chgData name="Mohammad Hosein Rabiee" userId="abd3525940ec1412" providerId="LiveId" clId="{AC6FBA45-B926-4CA8-B9BF-B75426C94014}" dt="2023-11-15T21:34:42.120" v="658" actId="165"/>
          <ac:cxnSpMkLst>
            <pc:docMk/>
            <pc:sldMk cId="1469227945" sldId="274"/>
            <ac:cxnSpMk id="327" creationId="{14DCDBED-16F7-09DF-B50C-359F7851CCC3}"/>
          </ac:cxnSpMkLst>
        </pc:cxnChg>
        <pc:cxnChg chg="add mod">
          <ac:chgData name="Mohammad Hosein Rabiee" userId="abd3525940ec1412" providerId="LiveId" clId="{AC6FBA45-B926-4CA8-B9BF-B75426C94014}" dt="2023-11-15T21:34:42.120" v="658" actId="165"/>
          <ac:cxnSpMkLst>
            <pc:docMk/>
            <pc:sldMk cId="1469227945" sldId="274"/>
            <ac:cxnSpMk id="334" creationId="{C5D63A87-70F8-3AE2-6A58-5EA5FBEFDEC5}"/>
          </ac:cxnSpMkLst>
        </pc:cxnChg>
        <pc:cxnChg chg="add mod">
          <ac:chgData name="Mohammad Hosein Rabiee" userId="abd3525940ec1412" providerId="LiveId" clId="{AC6FBA45-B926-4CA8-B9BF-B75426C94014}" dt="2023-11-15T21:34:42.120" v="658" actId="165"/>
          <ac:cxnSpMkLst>
            <pc:docMk/>
            <pc:sldMk cId="1469227945" sldId="274"/>
            <ac:cxnSpMk id="342" creationId="{DBB87867-EB15-5DC2-39FE-20AD8C8A5BE2}"/>
          </ac:cxnSpMkLst>
        </pc:cxnChg>
        <pc:cxnChg chg="add mod">
          <ac:chgData name="Mohammad Hosein Rabiee" userId="abd3525940ec1412" providerId="LiveId" clId="{AC6FBA45-B926-4CA8-B9BF-B75426C94014}" dt="2023-11-15T21:34:42.120" v="658" actId="165"/>
          <ac:cxnSpMkLst>
            <pc:docMk/>
            <pc:sldMk cId="1469227945" sldId="274"/>
            <ac:cxnSpMk id="344" creationId="{924AC6BF-E2AE-5656-AD08-0AB5F5461E5A}"/>
          </ac:cxnSpMkLst>
        </pc:cxnChg>
        <pc:cxnChg chg="add mod">
          <ac:chgData name="Mohammad Hosein Rabiee" userId="abd3525940ec1412" providerId="LiveId" clId="{AC6FBA45-B926-4CA8-B9BF-B75426C94014}" dt="2023-11-15T21:34:05.931" v="654" actId="164"/>
          <ac:cxnSpMkLst>
            <pc:docMk/>
            <pc:sldMk cId="1469227945" sldId="274"/>
            <ac:cxnSpMk id="346" creationId="{02C14A87-607F-82E4-C5E1-DDB05758688F}"/>
          </ac:cxnSpMkLst>
        </pc:cxnChg>
        <pc:cxnChg chg="add mod">
          <ac:chgData name="Mohammad Hosein Rabiee" userId="abd3525940ec1412" providerId="LiveId" clId="{AC6FBA45-B926-4CA8-B9BF-B75426C94014}" dt="2023-11-15T21:34:05.931" v="654" actId="164"/>
          <ac:cxnSpMkLst>
            <pc:docMk/>
            <pc:sldMk cId="1469227945" sldId="274"/>
            <ac:cxnSpMk id="347" creationId="{8579C254-04D9-629E-EFAC-FF85F8B99024}"/>
          </ac:cxnSpMkLst>
        </pc:cxnChg>
      </pc:sldChg>
      <pc:sldChg chg="addSp delSp modSp add mod ord">
        <pc:chgData name="Mohammad Hosein Rabiee" userId="abd3525940ec1412" providerId="LiveId" clId="{AC6FBA45-B926-4CA8-B9BF-B75426C94014}" dt="2023-11-15T23:05:34.738" v="1706" actId="21"/>
        <pc:sldMkLst>
          <pc:docMk/>
          <pc:sldMk cId="1084270012" sldId="275"/>
        </pc:sldMkLst>
        <pc:spChg chg="add del mod">
          <ac:chgData name="Mohammad Hosein Rabiee" userId="abd3525940ec1412" providerId="LiveId" clId="{AC6FBA45-B926-4CA8-B9BF-B75426C94014}" dt="2023-11-15T23:05:34.738" v="1706" actId="21"/>
          <ac:spMkLst>
            <pc:docMk/>
            <pc:sldMk cId="1084270012" sldId="275"/>
            <ac:spMk id="4" creationId="{14415449-66D0-F0E9-EBCA-8319AD1164AA}"/>
          </ac:spMkLst>
        </pc:spChg>
        <pc:spChg chg="mod">
          <ac:chgData name="Mohammad Hosein Rabiee" userId="abd3525940ec1412" providerId="LiveId" clId="{AC6FBA45-B926-4CA8-B9BF-B75426C94014}" dt="2023-11-15T22:08:09.256" v="700" actId="207"/>
          <ac:spMkLst>
            <pc:docMk/>
            <pc:sldMk cId="1084270012" sldId="275"/>
            <ac:spMk id="15" creationId="{419E9FB6-D62A-22ED-635F-F0E1ED9900FF}"/>
          </ac:spMkLst>
        </pc:spChg>
      </pc:sldChg>
      <pc:sldChg chg="add ord">
        <pc:chgData name="Mohammad Hosein Rabiee" userId="abd3525940ec1412" providerId="LiveId" clId="{AC6FBA45-B926-4CA8-B9BF-B75426C94014}" dt="2023-11-15T22:50:28.848" v="1531"/>
        <pc:sldMkLst>
          <pc:docMk/>
          <pc:sldMk cId="2214777277" sldId="279"/>
        </pc:sldMkLst>
      </pc:sldChg>
      <pc:sldChg chg="addSp delSp modSp mod">
        <pc:chgData name="Mohammad Hosein Rabiee" userId="abd3525940ec1412" providerId="LiveId" clId="{AC6FBA45-B926-4CA8-B9BF-B75426C94014}" dt="2023-11-15T23:07:22.978" v="1752" actId="20577"/>
        <pc:sldMkLst>
          <pc:docMk/>
          <pc:sldMk cId="2214777277" sldId="280"/>
        </pc:sldMkLst>
        <pc:spChg chg="mod">
          <ac:chgData name="Mohammad Hosein Rabiee" userId="abd3525940ec1412" providerId="LiveId" clId="{AC6FBA45-B926-4CA8-B9BF-B75426C94014}" dt="2023-11-15T22:53:37.841" v="1560" actId="20577"/>
          <ac:spMkLst>
            <pc:docMk/>
            <pc:sldMk cId="2214777277" sldId="280"/>
            <ac:spMk id="2" creationId="{8CED1511-6ACB-9E1F-C1E3-844719E6C111}"/>
          </ac:spMkLst>
        </pc:spChg>
        <pc:spChg chg="mod">
          <ac:chgData name="Mohammad Hosein Rabiee" userId="abd3525940ec1412" providerId="LiveId" clId="{AC6FBA45-B926-4CA8-B9BF-B75426C94014}" dt="2023-11-15T23:06:13.573" v="1716" actId="20577"/>
          <ac:spMkLst>
            <pc:docMk/>
            <pc:sldMk cId="2214777277" sldId="280"/>
            <ac:spMk id="6" creationId="{1ED0314A-6852-1896-FEC6-46C6EB1C5D51}"/>
          </ac:spMkLst>
        </pc:spChg>
        <pc:spChg chg="mod">
          <ac:chgData name="Mohammad Hosein Rabiee" userId="abd3525940ec1412" providerId="LiveId" clId="{AC6FBA45-B926-4CA8-B9BF-B75426C94014}" dt="2023-11-15T23:07:22.978" v="1752" actId="20577"/>
          <ac:spMkLst>
            <pc:docMk/>
            <pc:sldMk cId="2214777277" sldId="280"/>
            <ac:spMk id="7" creationId="{E300DDDA-4787-3447-1A49-98DF70C3BCCC}"/>
          </ac:spMkLst>
        </pc:spChg>
        <pc:spChg chg="del">
          <ac:chgData name="Mohammad Hosein Rabiee" userId="abd3525940ec1412" providerId="LiveId" clId="{AC6FBA45-B926-4CA8-B9BF-B75426C94014}" dt="2023-11-15T22:54:12.682" v="1565" actId="478"/>
          <ac:spMkLst>
            <pc:docMk/>
            <pc:sldMk cId="2214777277" sldId="280"/>
            <ac:spMk id="15" creationId="{419E9FB6-D62A-22ED-635F-F0E1ED9900FF}"/>
          </ac:spMkLst>
        </pc:spChg>
        <pc:spChg chg="del">
          <ac:chgData name="Mohammad Hosein Rabiee" userId="abd3525940ec1412" providerId="LiveId" clId="{AC6FBA45-B926-4CA8-B9BF-B75426C94014}" dt="2023-11-15T22:54:20.953" v="1568" actId="478"/>
          <ac:spMkLst>
            <pc:docMk/>
            <pc:sldMk cId="2214777277" sldId="280"/>
            <ac:spMk id="17" creationId="{43101075-6050-20D9-55E6-16AD9D71B3C7}"/>
          </ac:spMkLst>
        </pc:spChg>
        <pc:spChg chg="del">
          <ac:chgData name="Mohammad Hosein Rabiee" userId="abd3525940ec1412" providerId="LiveId" clId="{AC6FBA45-B926-4CA8-B9BF-B75426C94014}" dt="2023-11-15T22:54:21.945" v="1569" actId="478"/>
          <ac:spMkLst>
            <pc:docMk/>
            <pc:sldMk cId="2214777277" sldId="280"/>
            <ac:spMk id="18" creationId="{4D2001F9-17CB-2454-603B-20173FE6A1E4}"/>
          </ac:spMkLst>
        </pc:spChg>
        <pc:spChg chg="add del mod">
          <ac:chgData name="Mohammad Hosein Rabiee" userId="abd3525940ec1412" providerId="LiveId" clId="{AC6FBA45-B926-4CA8-B9BF-B75426C94014}" dt="2023-11-15T22:59:15.911" v="1608" actId="478"/>
          <ac:spMkLst>
            <pc:docMk/>
            <pc:sldMk cId="2214777277" sldId="280"/>
            <ac:spMk id="19" creationId="{0D8E8724-BA42-4376-3EE1-673A8ACA78FB}"/>
          </ac:spMkLst>
        </pc:spChg>
        <pc:spChg chg="mod">
          <ac:chgData name="Mohammad Hosein Rabiee" userId="abd3525940ec1412" providerId="LiveId" clId="{AC6FBA45-B926-4CA8-B9BF-B75426C94014}" dt="2023-11-15T23:00:41.550" v="1663" actId="20577"/>
          <ac:spMkLst>
            <pc:docMk/>
            <pc:sldMk cId="2214777277" sldId="280"/>
            <ac:spMk id="20" creationId="{23719612-A90B-C819-EB14-7308858D078F}"/>
          </ac:spMkLst>
        </pc:spChg>
        <pc:spChg chg="del mod">
          <ac:chgData name="Mohammad Hosein Rabiee" userId="abd3525940ec1412" providerId="LiveId" clId="{AC6FBA45-B926-4CA8-B9BF-B75426C94014}" dt="2023-11-15T23:02:28.787" v="1678" actId="478"/>
          <ac:spMkLst>
            <pc:docMk/>
            <pc:sldMk cId="2214777277" sldId="280"/>
            <ac:spMk id="21" creationId="{92832E47-743A-6DDB-4669-0402A2220FE4}"/>
          </ac:spMkLst>
        </pc:spChg>
        <pc:spChg chg="add del mod">
          <ac:chgData name="Mohammad Hosein Rabiee" userId="abd3525940ec1412" providerId="LiveId" clId="{AC6FBA45-B926-4CA8-B9BF-B75426C94014}" dt="2023-11-15T22:59:16.506" v="1609" actId="478"/>
          <ac:spMkLst>
            <pc:docMk/>
            <pc:sldMk cId="2214777277" sldId="280"/>
            <ac:spMk id="23" creationId="{DF5B80B2-62D2-BA27-A457-B1ACF93B74B3}"/>
          </ac:spMkLst>
        </pc:spChg>
        <pc:spChg chg="add mod">
          <ac:chgData name="Mohammad Hosein Rabiee" userId="abd3525940ec1412" providerId="LiveId" clId="{AC6FBA45-B926-4CA8-B9BF-B75426C94014}" dt="2023-11-15T22:58:59.321" v="1606" actId="571"/>
          <ac:spMkLst>
            <pc:docMk/>
            <pc:sldMk cId="2214777277" sldId="280"/>
            <ac:spMk id="24" creationId="{9170F497-1F49-738C-211A-057C662A04BB}"/>
          </ac:spMkLst>
        </pc:spChg>
        <pc:spChg chg="add mod">
          <ac:chgData name="Mohammad Hosein Rabiee" userId="abd3525940ec1412" providerId="LiveId" clId="{AC6FBA45-B926-4CA8-B9BF-B75426C94014}" dt="2023-11-15T23:05:42.208" v="1710" actId="1076"/>
          <ac:spMkLst>
            <pc:docMk/>
            <pc:sldMk cId="2214777277" sldId="280"/>
            <ac:spMk id="25" creationId="{53FF7035-C478-08CE-F203-4326D9F417AB}"/>
          </ac:spMkLst>
        </pc:spChg>
        <pc:spChg chg="add mod">
          <ac:chgData name="Mohammad Hosein Rabiee" userId="abd3525940ec1412" providerId="LiveId" clId="{AC6FBA45-B926-4CA8-B9BF-B75426C94014}" dt="2023-11-15T23:00:48.941" v="1666" actId="20577"/>
          <ac:spMkLst>
            <pc:docMk/>
            <pc:sldMk cId="2214777277" sldId="280"/>
            <ac:spMk id="26" creationId="{F8F9845A-3EB8-F1DD-B34E-63DF902821FA}"/>
          </ac:spMkLst>
        </pc:spChg>
        <pc:spChg chg="add mod">
          <ac:chgData name="Mohammad Hosein Rabiee" userId="abd3525940ec1412" providerId="LiveId" clId="{AC6FBA45-B926-4CA8-B9BF-B75426C94014}" dt="2023-11-15T23:00:58.991" v="1670" actId="20577"/>
          <ac:spMkLst>
            <pc:docMk/>
            <pc:sldMk cId="2214777277" sldId="280"/>
            <ac:spMk id="27" creationId="{BA2BC306-B4E7-7F0B-9198-DE8BCB269A70}"/>
          </ac:spMkLst>
        </pc:spChg>
        <pc:spChg chg="add del mod">
          <ac:chgData name="Mohammad Hosein Rabiee" userId="abd3525940ec1412" providerId="LiveId" clId="{AC6FBA45-B926-4CA8-B9BF-B75426C94014}" dt="2023-11-15T23:03:50.081" v="1692" actId="478"/>
          <ac:spMkLst>
            <pc:docMk/>
            <pc:sldMk cId="2214777277" sldId="280"/>
            <ac:spMk id="28" creationId="{F15EB6E6-36F8-F5B4-CE32-0856660A7815}"/>
          </ac:spMkLst>
        </pc:spChg>
        <pc:spChg chg="add del mod">
          <ac:chgData name="Mohammad Hosein Rabiee" userId="abd3525940ec1412" providerId="LiveId" clId="{AC6FBA45-B926-4CA8-B9BF-B75426C94014}" dt="2023-11-15T23:04:42.189" v="1703" actId="478"/>
          <ac:spMkLst>
            <pc:docMk/>
            <pc:sldMk cId="2214777277" sldId="280"/>
            <ac:spMk id="29" creationId="{CC7CEB96-8B24-F3AD-836C-457F42BAA7E5}"/>
          </ac:spMkLst>
        </pc:spChg>
        <pc:spChg chg="add del mod">
          <ac:chgData name="Mohammad Hosein Rabiee" userId="abd3525940ec1412" providerId="LiveId" clId="{AC6FBA45-B926-4CA8-B9BF-B75426C94014}" dt="2023-11-15T23:06:00.136" v="1712" actId="478"/>
          <ac:spMkLst>
            <pc:docMk/>
            <pc:sldMk cId="2214777277" sldId="280"/>
            <ac:spMk id="30" creationId="{8C93D787-032E-BA86-6149-7B2F2C8997EB}"/>
          </ac:spMkLst>
        </pc:spChg>
        <pc:cxnChg chg="add mod">
          <ac:chgData name="Mohammad Hosein Rabiee" userId="abd3525940ec1412" providerId="LiveId" clId="{AC6FBA45-B926-4CA8-B9BF-B75426C94014}" dt="2023-11-15T22:58:15.059" v="1591" actId="14100"/>
          <ac:cxnSpMkLst>
            <pc:docMk/>
            <pc:sldMk cId="2214777277" sldId="280"/>
            <ac:cxnSpMk id="4" creationId="{DAF1DA19-21CF-6BE5-1AE6-1FAA16D9DE4C}"/>
          </ac:cxnSpMkLst>
        </pc:cxnChg>
        <pc:cxnChg chg="mod">
          <ac:chgData name="Mohammad Hosein Rabiee" userId="abd3525940ec1412" providerId="LiveId" clId="{AC6FBA45-B926-4CA8-B9BF-B75426C94014}" dt="2023-11-15T22:59:59.307" v="1652" actId="1076"/>
          <ac:cxnSpMkLst>
            <pc:docMk/>
            <pc:sldMk cId="2214777277" sldId="280"/>
            <ac:cxnSpMk id="9" creationId="{7106BB7D-4DF1-A4BD-241A-93CDBDD09C82}"/>
          </ac:cxnSpMkLst>
        </pc:cxnChg>
        <pc:cxnChg chg="mod">
          <ac:chgData name="Mohammad Hosein Rabiee" userId="abd3525940ec1412" providerId="LiveId" clId="{AC6FBA45-B926-4CA8-B9BF-B75426C94014}" dt="2023-11-15T22:55:02.203" v="1577" actId="1076"/>
          <ac:cxnSpMkLst>
            <pc:docMk/>
            <pc:sldMk cId="2214777277" sldId="280"/>
            <ac:cxnSpMk id="12" creationId="{0006383E-E617-0A46-DDE3-E9554378A35F}"/>
          </ac:cxnSpMkLst>
        </pc:cxnChg>
      </pc:sldChg>
      <pc:sldChg chg="addSp delSp modSp new del mod ord">
        <pc:chgData name="Mohammad Hosein Rabiee" userId="abd3525940ec1412" providerId="LiveId" clId="{AC6FBA45-B926-4CA8-B9BF-B75426C94014}" dt="2023-11-17T16:26:44.133" v="3915" actId="47"/>
        <pc:sldMkLst>
          <pc:docMk/>
          <pc:sldMk cId="2959056626" sldId="281"/>
        </pc:sldMkLst>
        <pc:spChg chg="add mod ord">
          <ac:chgData name="Mohammad Hosein Rabiee" userId="abd3525940ec1412" providerId="LiveId" clId="{AC6FBA45-B926-4CA8-B9BF-B75426C94014}" dt="2023-11-15T23:20:51.092" v="2026" actId="1076"/>
          <ac:spMkLst>
            <pc:docMk/>
            <pc:sldMk cId="2959056626" sldId="281"/>
            <ac:spMk id="2" creationId="{4D50F337-2B9A-3C21-55B7-05F58B5B5304}"/>
          </ac:spMkLst>
        </pc:spChg>
        <pc:spChg chg="add del mod">
          <ac:chgData name="Mohammad Hosein Rabiee" userId="abd3525940ec1412" providerId="LiveId" clId="{AC6FBA45-B926-4CA8-B9BF-B75426C94014}" dt="2023-11-15T23:18:33.467" v="1930" actId="478"/>
          <ac:spMkLst>
            <pc:docMk/>
            <pc:sldMk cId="2959056626" sldId="281"/>
            <ac:spMk id="3" creationId="{548448E2-8300-3148-0377-6587949FB15A}"/>
          </ac:spMkLst>
        </pc:spChg>
        <pc:spChg chg="add del mod">
          <ac:chgData name="Mohammad Hosein Rabiee" userId="abd3525940ec1412" providerId="LiveId" clId="{AC6FBA45-B926-4CA8-B9BF-B75426C94014}" dt="2023-11-15T23:14:46.511" v="1778" actId="478"/>
          <ac:spMkLst>
            <pc:docMk/>
            <pc:sldMk cId="2959056626" sldId="281"/>
            <ac:spMk id="4" creationId="{C7254F52-0551-7637-E99B-D919BE6F4990}"/>
          </ac:spMkLst>
        </pc:spChg>
        <pc:spChg chg="mod topLvl">
          <ac:chgData name="Mohammad Hosein Rabiee" userId="abd3525940ec1412" providerId="LiveId" clId="{AC6FBA45-B926-4CA8-B9BF-B75426C94014}" dt="2023-11-15T23:15:07.920" v="1783" actId="165"/>
          <ac:spMkLst>
            <pc:docMk/>
            <pc:sldMk cId="2959056626" sldId="281"/>
            <ac:spMk id="6" creationId="{87EA4863-C109-BEEF-C756-F62C3B127B73}"/>
          </ac:spMkLst>
        </pc:spChg>
        <pc:spChg chg="mod topLvl">
          <ac:chgData name="Mohammad Hosein Rabiee" userId="abd3525940ec1412" providerId="LiveId" clId="{AC6FBA45-B926-4CA8-B9BF-B75426C94014}" dt="2023-11-15T23:15:07.920" v="1783" actId="165"/>
          <ac:spMkLst>
            <pc:docMk/>
            <pc:sldMk cId="2959056626" sldId="281"/>
            <ac:spMk id="11" creationId="{9EE01A86-35E8-789E-AE25-7FED1EC6DAA0}"/>
          </ac:spMkLst>
        </pc:spChg>
        <pc:spChg chg="add del mod topLvl">
          <ac:chgData name="Mohammad Hosein Rabiee" userId="abd3525940ec1412" providerId="LiveId" clId="{AC6FBA45-B926-4CA8-B9BF-B75426C94014}" dt="2023-11-15T23:22:05.657" v="2051" actId="1076"/>
          <ac:spMkLst>
            <pc:docMk/>
            <pc:sldMk cId="2959056626" sldId="281"/>
            <ac:spMk id="20" creationId="{8E302955-A6A8-5DEF-E8F9-3614DF9FD0F1}"/>
          </ac:spMkLst>
        </pc:spChg>
        <pc:spChg chg="mod topLvl">
          <ac:chgData name="Mohammad Hosein Rabiee" userId="abd3525940ec1412" providerId="LiveId" clId="{AC6FBA45-B926-4CA8-B9BF-B75426C94014}" dt="2023-11-15T23:22:05.869" v="2052" actId="1076"/>
          <ac:spMkLst>
            <pc:docMk/>
            <pc:sldMk cId="2959056626" sldId="281"/>
            <ac:spMk id="25" creationId="{0B5F6DDA-AD06-D12B-50D9-E8621CDC22FE}"/>
          </ac:spMkLst>
        </pc:spChg>
        <pc:spChg chg="add mod">
          <ac:chgData name="Mohammad Hosein Rabiee" userId="abd3525940ec1412" providerId="LiveId" clId="{AC6FBA45-B926-4CA8-B9BF-B75426C94014}" dt="2023-11-15T23:20:52.707" v="2027" actId="1076"/>
          <ac:spMkLst>
            <pc:docMk/>
            <pc:sldMk cId="2959056626" sldId="281"/>
            <ac:spMk id="55" creationId="{2C16B23B-A4BC-2A5D-557D-E82034A40E16}"/>
          </ac:spMkLst>
        </pc:spChg>
        <pc:spChg chg="add mod">
          <ac:chgData name="Mohammad Hosein Rabiee" userId="abd3525940ec1412" providerId="LiveId" clId="{AC6FBA45-B926-4CA8-B9BF-B75426C94014}" dt="2023-11-15T23:21:55.418" v="2043" actId="571"/>
          <ac:spMkLst>
            <pc:docMk/>
            <pc:sldMk cId="2959056626" sldId="281"/>
            <ac:spMk id="64" creationId="{990432A6-2BC8-D554-5329-85B54D9479C4}"/>
          </ac:spMkLst>
        </pc:spChg>
        <pc:grpChg chg="add del mod">
          <ac:chgData name="Mohammad Hosein Rabiee" userId="abd3525940ec1412" providerId="LiveId" clId="{AC6FBA45-B926-4CA8-B9BF-B75426C94014}" dt="2023-11-15T23:15:11.322" v="1786"/>
          <ac:grpSpMkLst>
            <pc:docMk/>
            <pc:sldMk cId="2959056626" sldId="281"/>
            <ac:grpSpMk id="5" creationId="{89B8DF10-58D0-BA81-F2FE-488C0F239F18}"/>
          </ac:grpSpMkLst>
        </pc:grpChg>
        <pc:grpChg chg="add del mod">
          <ac:chgData name="Mohammad Hosein Rabiee" userId="abd3525940ec1412" providerId="LiveId" clId="{AC6FBA45-B926-4CA8-B9BF-B75426C94014}" dt="2023-11-15T23:21:55.418" v="2043" actId="571"/>
          <ac:grpSpMkLst>
            <pc:docMk/>
            <pc:sldMk cId="2959056626" sldId="281"/>
            <ac:grpSpMk id="19" creationId="{121B05F0-EEF5-AFCF-0D54-B4F17FC1B48B}"/>
          </ac:grpSpMkLst>
        </pc:grpChg>
        <pc:cxnChg chg="mod topLvl">
          <ac:chgData name="Mohammad Hosein Rabiee" userId="abd3525940ec1412" providerId="LiveId" clId="{AC6FBA45-B926-4CA8-B9BF-B75426C94014}" dt="2023-11-15T23:15:07.920" v="1783" actId="165"/>
          <ac:cxnSpMkLst>
            <pc:docMk/>
            <pc:sldMk cId="2959056626" sldId="281"/>
            <ac:cxnSpMk id="7" creationId="{A2A670BD-4D1A-EDDF-A646-6FB8A275D24D}"/>
          </ac:cxnSpMkLst>
        </pc:cxnChg>
        <pc:cxnChg chg="mod topLvl">
          <ac:chgData name="Mohammad Hosein Rabiee" userId="abd3525940ec1412" providerId="LiveId" clId="{AC6FBA45-B926-4CA8-B9BF-B75426C94014}" dt="2023-11-15T23:15:07.920" v="1783" actId="165"/>
          <ac:cxnSpMkLst>
            <pc:docMk/>
            <pc:sldMk cId="2959056626" sldId="281"/>
            <ac:cxnSpMk id="8" creationId="{0C4E0D18-AEF4-293D-5C9B-AFE180FF483D}"/>
          </ac:cxnSpMkLst>
        </pc:cxnChg>
        <pc:cxnChg chg="mod topLvl">
          <ac:chgData name="Mohammad Hosein Rabiee" userId="abd3525940ec1412" providerId="LiveId" clId="{AC6FBA45-B926-4CA8-B9BF-B75426C94014}" dt="2023-11-15T23:15:07.920" v="1783" actId="165"/>
          <ac:cxnSpMkLst>
            <pc:docMk/>
            <pc:sldMk cId="2959056626" sldId="281"/>
            <ac:cxnSpMk id="9" creationId="{C6C0585E-F5D8-B083-DD8D-B7EE9A6E8E6A}"/>
          </ac:cxnSpMkLst>
        </pc:cxnChg>
        <pc:cxnChg chg="mod topLvl">
          <ac:chgData name="Mohammad Hosein Rabiee" userId="abd3525940ec1412" providerId="LiveId" clId="{AC6FBA45-B926-4CA8-B9BF-B75426C94014}" dt="2023-11-15T23:15:07.920" v="1783" actId="165"/>
          <ac:cxnSpMkLst>
            <pc:docMk/>
            <pc:sldMk cId="2959056626" sldId="281"/>
            <ac:cxnSpMk id="10" creationId="{B2F017D7-B4B8-C188-F0E5-1CFB1EAB72B6}"/>
          </ac:cxnSpMkLst>
        </pc:cxnChg>
        <pc:cxnChg chg="mod topLvl">
          <ac:chgData name="Mohammad Hosein Rabiee" userId="abd3525940ec1412" providerId="LiveId" clId="{AC6FBA45-B926-4CA8-B9BF-B75426C94014}" dt="2023-11-15T23:15:07.920" v="1783" actId="165"/>
          <ac:cxnSpMkLst>
            <pc:docMk/>
            <pc:sldMk cId="2959056626" sldId="281"/>
            <ac:cxnSpMk id="12" creationId="{81B1C949-65E2-4CE5-4CD9-EAABECBD4FBF}"/>
          </ac:cxnSpMkLst>
        </pc:cxnChg>
        <pc:cxnChg chg="mod topLvl">
          <ac:chgData name="Mohammad Hosein Rabiee" userId="abd3525940ec1412" providerId="LiveId" clId="{AC6FBA45-B926-4CA8-B9BF-B75426C94014}" dt="2023-11-15T23:15:07.920" v="1783" actId="165"/>
          <ac:cxnSpMkLst>
            <pc:docMk/>
            <pc:sldMk cId="2959056626" sldId="281"/>
            <ac:cxnSpMk id="13" creationId="{CB69E850-8ABD-22B9-7A1F-9F7606594234}"/>
          </ac:cxnSpMkLst>
        </pc:cxnChg>
        <pc:cxnChg chg="mod topLvl">
          <ac:chgData name="Mohammad Hosein Rabiee" userId="abd3525940ec1412" providerId="LiveId" clId="{AC6FBA45-B926-4CA8-B9BF-B75426C94014}" dt="2023-11-15T23:15:07.920" v="1783" actId="165"/>
          <ac:cxnSpMkLst>
            <pc:docMk/>
            <pc:sldMk cId="2959056626" sldId="281"/>
            <ac:cxnSpMk id="14" creationId="{25D3313F-9B07-63C4-5509-957C718E27BA}"/>
          </ac:cxnSpMkLst>
        </pc:cxnChg>
        <pc:cxnChg chg="mod topLvl">
          <ac:chgData name="Mohammad Hosein Rabiee" userId="abd3525940ec1412" providerId="LiveId" clId="{AC6FBA45-B926-4CA8-B9BF-B75426C94014}" dt="2023-11-15T23:15:07.920" v="1783" actId="165"/>
          <ac:cxnSpMkLst>
            <pc:docMk/>
            <pc:sldMk cId="2959056626" sldId="281"/>
            <ac:cxnSpMk id="15" creationId="{B6E45FF3-9885-09CD-2B6F-60120AE19D27}"/>
          </ac:cxnSpMkLst>
        </pc:cxnChg>
        <pc:cxnChg chg="mod topLvl">
          <ac:chgData name="Mohammad Hosein Rabiee" userId="abd3525940ec1412" providerId="LiveId" clId="{AC6FBA45-B926-4CA8-B9BF-B75426C94014}" dt="2023-11-15T23:15:07.920" v="1783" actId="165"/>
          <ac:cxnSpMkLst>
            <pc:docMk/>
            <pc:sldMk cId="2959056626" sldId="281"/>
            <ac:cxnSpMk id="16" creationId="{C94A1C4B-5207-58C9-A787-1B0720860C27}"/>
          </ac:cxnSpMkLst>
        </pc:cxnChg>
        <pc:cxnChg chg="mod topLvl">
          <ac:chgData name="Mohammad Hosein Rabiee" userId="abd3525940ec1412" providerId="LiveId" clId="{AC6FBA45-B926-4CA8-B9BF-B75426C94014}" dt="2023-11-15T23:15:07.920" v="1783" actId="165"/>
          <ac:cxnSpMkLst>
            <pc:docMk/>
            <pc:sldMk cId="2959056626" sldId="281"/>
            <ac:cxnSpMk id="17" creationId="{DB8C1EAD-AC2F-C6C0-C9A3-02E7E9DA2DD9}"/>
          </ac:cxnSpMkLst>
        </pc:cxnChg>
        <pc:cxnChg chg="mod topLvl">
          <ac:chgData name="Mohammad Hosein Rabiee" userId="abd3525940ec1412" providerId="LiveId" clId="{AC6FBA45-B926-4CA8-B9BF-B75426C94014}" dt="2023-11-15T23:15:07.920" v="1783" actId="165"/>
          <ac:cxnSpMkLst>
            <pc:docMk/>
            <pc:sldMk cId="2959056626" sldId="281"/>
            <ac:cxnSpMk id="18" creationId="{A485DF3D-F98B-7351-9112-1D3CCB30AFE0}"/>
          </ac:cxnSpMkLst>
        </pc:cxnChg>
        <pc:cxnChg chg="mod topLvl">
          <ac:chgData name="Mohammad Hosein Rabiee" userId="abd3525940ec1412" providerId="LiveId" clId="{AC6FBA45-B926-4CA8-B9BF-B75426C94014}" dt="2023-11-15T23:21:55.418" v="2043" actId="571"/>
          <ac:cxnSpMkLst>
            <pc:docMk/>
            <pc:sldMk cId="2959056626" sldId="281"/>
            <ac:cxnSpMk id="21" creationId="{3322F222-94AE-A6A0-58DA-D0D7D088E04F}"/>
          </ac:cxnSpMkLst>
        </pc:cxnChg>
        <pc:cxnChg chg="mod topLvl">
          <ac:chgData name="Mohammad Hosein Rabiee" userId="abd3525940ec1412" providerId="LiveId" clId="{AC6FBA45-B926-4CA8-B9BF-B75426C94014}" dt="2023-11-15T23:22:05.466" v="2050" actId="14100"/>
          <ac:cxnSpMkLst>
            <pc:docMk/>
            <pc:sldMk cId="2959056626" sldId="281"/>
            <ac:cxnSpMk id="22" creationId="{34EF4086-A1E3-0D95-A7F0-96A3E6A5E490}"/>
          </ac:cxnSpMkLst>
        </pc:cxnChg>
        <pc:cxnChg chg="mod topLvl">
          <ac:chgData name="Mohammad Hosein Rabiee" userId="abd3525940ec1412" providerId="LiveId" clId="{AC6FBA45-B926-4CA8-B9BF-B75426C94014}" dt="2023-11-15T23:21:55.418" v="2043" actId="571"/>
          <ac:cxnSpMkLst>
            <pc:docMk/>
            <pc:sldMk cId="2959056626" sldId="281"/>
            <ac:cxnSpMk id="23" creationId="{43958BBF-FA9B-6C85-C986-521082B7CA95}"/>
          </ac:cxnSpMkLst>
        </pc:cxnChg>
        <pc:cxnChg chg="mod topLvl">
          <ac:chgData name="Mohammad Hosein Rabiee" userId="abd3525940ec1412" providerId="LiveId" clId="{AC6FBA45-B926-4CA8-B9BF-B75426C94014}" dt="2023-11-15T23:21:55.418" v="2043" actId="571"/>
          <ac:cxnSpMkLst>
            <pc:docMk/>
            <pc:sldMk cId="2959056626" sldId="281"/>
            <ac:cxnSpMk id="24" creationId="{08364939-CB35-2AD0-588B-692E5A37FF24}"/>
          </ac:cxnSpMkLst>
        </pc:cxnChg>
        <pc:cxnChg chg="mod topLvl">
          <ac:chgData name="Mohammad Hosein Rabiee" userId="abd3525940ec1412" providerId="LiveId" clId="{AC6FBA45-B926-4CA8-B9BF-B75426C94014}" dt="2023-11-15T23:21:55.418" v="2043" actId="571"/>
          <ac:cxnSpMkLst>
            <pc:docMk/>
            <pc:sldMk cId="2959056626" sldId="281"/>
            <ac:cxnSpMk id="26" creationId="{E4F14A45-9055-3B2E-0D78-F9EE5AA4CF10}"/>
          </ac:cxnSpMkLst>
        </pc:cxnChg>
        <pc:cxnChg chg="add del mod topLvl">
          <ac:chgData name="Mohammad Hosein Rabiee" userId="abd3525940ec1412" providerId="LiveId" clId="{AC6FBA45-B926-4CA8-B9BF-B75426C94014}" dt="2023-11-15T23:21:56.633" v="2047" actId="478"/>
          <ac:cxnSpMkLst>
            <pc:docMk/>
            <pc:sldMk cId="2959056626" sldId="281"/>
            <ac:cxnSpMk id="27" creationId="{7657E41D-0FEA-619F-DC5F-552CE6CB8026}"/>
          </ac:cxnSpMkLst>
        </pc:cxnChg>
        <pc:cxnChg chg="add del mod topLvl">
          <ac:chgData name="Mohammad Hosein Rabiee" userId="abd3525940ec1412" providerId="LiveId" clId="{AC6FBA45-B926-4CA8-B9BF-B75426C94014}" dt="2023-11-15T23:21:55.842" v="2045" actId="478"/>
          <ac:cxnSpMkLst>
            <pc:docMk/>
            <pc:sldMk cId="2959056626" sldId="281"/>
            <ac:cxnSpMk id="28" creationId="{983B15EC-A973-9153-9471-EEA943E016C5}"/>
          </ac:cxnSpMkLst>
        </pc:cxnChg>
        <pc:cxnChg chg="add del mod topLvl">
          <ac:chgData name="Mohammad Hosein Rabiee" userId="abd3525940ec1412" providerId="LiveId" clId="{AC6FBA45-B926-4CA8-B9BF-B75426C94014}" dt="2023-11-15T23:21:56.203" v="2046" actId="478"/>
          <ac:cxnSpMkLst>
            <pc:docMk/>
            <pc:sldMk cId="2959056626" sldId="281"/>
            <ac:cxnSpMk id="29" creationId="{0D178EDF-AD86-ECA4-24CA-3C48F0E9A774}"/>
          </ac:cxnSpMkLst>
        </pc:cxnChg>
        <pc:cxnChg chg="del mod topLvl">
          <ac:chgData name="Mohammad Hosein Rabiee" userId="abd3525940ec1412" providerId="LiveId" clId="{AC6FBA45-B926-4CA8-B9BF-B75426C94014}" dt="2023-11-15T23:19:03.797" v="1941" actId="478"/>
          <ac:cxnSpMkLst>
            <pc:docMk/>
            <pc:sldMk cId="2959056626" sldId="281"/>
            <ac:cxnSpMk id="30" creationId="{8C3C688F-7172-B052-C5D6-578B5CA8BC6D}"/>
          </ac:cxnSpMkLst>
        </pc:cxnChg>
        <pc:cxnChg chg="del mod topLvl">
          <ac:chgData name="Mohammad Hosein Rabiee" userId="abd3525940ec1412" providerId="LiveId" clId="{AC6FBA45-B926-4CA8-B9BF-B75426C94014}" dt="2023-11-15T23:18:38.006" v="1932" actId="478"/>
          <ac:cxnSpMkLst>
            <pc:docMk/>
            <pc:sldMk cId="2959056626" sldId="281"/>
            <ac:cxnSpMk id="31" creationId="{7395F74D-B28B-3C18-063B-42C3A7894BCD}"/>
          </ac:cxnSpMkLst>
        </pc:cxnChg>
        <pc:cxnChg chg="del mod topLvl">
          <ac:chgData name="Mohammad Hosein Rabiee" userId="abd3525940ec1412" providerId="LiveId" clId="{AC6FBA45-B926-4CA8-B9BF-B75426C94014}" dt="2023-11-15T23:18:35.819" v="1931" actId="478"/>
          <ac:cxnSpMkLst>
            <pc:docMk/>
            <pc:sldMk cId="2959056626" sldId="281"/>
            <ac:cxnSpMk id="32" creationId="{4A9B097B-D95A-27CC-3FB6-CD71A49DC138}"/>
          </ac:cxnSpMkLst>
        </pc:cxnChg>
      </pc:sldChg>
      <pc:sldChg chg="addSp delSp modSp new del mod ord">
        <pc:chgData name="Mohammad Hosein Rabiee" userId="abd3525940ec1412" providerId="LiveId" clId="{AC6FBA45-B926-4CA8-B9BF-B75426C94014}" dt="2023-11-17T14:32:51.039" v="2300" actId="2696"/>
        <pc:sldMkLst>
          <pc:docMk/>
          <pc:sldMk cId="2656879125" sldId="286"/>
        </pc:sldMkLst>
        <pc:spChg chg="add del">
          <ac:chgData name="Mohammad Hosein Rabiee" userId="abd3525940ec1412" providerId="LiveId" clId="{AC6FBA45-B926-4CA8-B9BF-B75426C94014}" dt="2023-11-17T14:08:46.820" v="2109" actId="478"/>
          <ac:spMkLst>
            <pc:docMk/>
            <pc:sldMk cId="2656879125" sldId="286"/>
            <ac:spMk id="2" creationId="{91A73FD6-C479-0C24-A926-63C370711126}"/>
          </ac:spMkLst>
        </pc:spChg>
        <pc:spChg chg="add del">
          <ac:chgData name="Mohammad Hosein Rabiee" userId="abd3525940ec1412" providerId="LiveId" clId="{AC6FBA45-B926-4CA8-B9BF-B75426C94014}" dt="2023-11-17T14:08:46.151" v="2108" actId="478"/>
          <ac:spMkLst>
            <pc:docMk/>
            <pc:sldMk cId="2656879125" sldId="286"/>
            <ac:spMk id="3" creationId="{6371B150-81D6-59ED-A1BE-F31388747A9B}"/>
          </ac:spMkLst>
        </pc:spChg>
        <pc:spChg chg="del mod">
          <ac:chgData name="Mohammad Hosein Rabiee" userId="abd3525940ec1412" providerId="LiveId" clId="{AC6FBA45-B926-4CA8-B9BF-B75426C94014}" dt="2023-11-17T14:14:08.200" v="2116" actId="21"/>
          <ac:spMkLst>
            <pc:docMk/>
            <pc:sldMk cId="2656879125" sldId="286"/>
            <ac:spMk id="4" creationId="{48601AC9-B456-AA42-0A84-6C214754D72D}"/>
          </ac:spMkLst>
        </pc:spChg>
        <pc:spChg chg="add del mod">
          <ac:chgData name="Mohammad Hosein Rabiee" userId="abd3525940ec1412" providerId="LiveId" clId="{AC6FBA45-B926-4CA8-B9BF-B75426C94014}" dt="2023-11-17T14:08:45.443" v="2107"/>
          <ac:spMkLst>
            <pc:docMk/>
            <pc:sldMk cId="2656879125" sldId="286"/>
            <ac:spMk id="5" creationId="{CF67BB41-F5DE-612A-3578-2E1AE92D8CDD}"/>
          </ac:spMkLst>
        </pc:spChg>
        <pc:spChg chg="add mod">
          <ac:chgData name="Mohammad Hosein Rabiee" userId="abd3525940ec1412" providerId="LiveId" clId="{AC6FBA45-B926-4CA8-B9BF-B75426C94014}" dt="2023-11-17T14:14:22.261" v="2119" actId="1076"/>
          <ac:spMkLst>
            <pc:docMk/>
            <pc:sldMk cId="2656879125" sldId="286"/>
            <ac:spMk id="7" creationId="{2D0569E6-6075-1ED3-2077-0881F6D05824}"/>
          </ac:spMkLst>
        </pc:spChg>
      </pc:sldChg>
      <pc:sldChg chg="new del ord">
        <pc:chgData name="Mohammad Hosein Rabiee" userId="abd3525940ec1412" providerId="LiveId" clId="{AC6FBA45-B926-4CA8-B9BF-B75426C94014}" dt="2023-11-17T14:23:05.511" v="2217" actId="47"/>
        <pc:sldMkLst>
          <pc:docMk/>
          <pc:sldMk cId="2391911158" sldId="287"/>
        </pc:sldMkLst>
      </pc:sldChg>
      <pc:sldChg chg="addSp delSp modSp add mod ord">
        <pc:chgData name="Mohammad Hosein Rabiee" userId="abd3525940ec1412" providerId="LiveId" clId="{AC6FBA45-B926-4CA8-B9BF-B75426C94014}" dt="2024-01-04T13:16:27.192" v="4029"/>
        <pc:sldMkLst>
          <pc:docMk/>
          <pc:sldMk cId="1885007555" sldId="288"/>
        </pc:sldMkLst>
        <pc:spChg chg="add del mod">
          <ac:chgData name="Mohammad Hosein Rabiee" userId="abd3525940ec1412" providerId="LiveId" clId="{AC6FBA45-B926-4CA8-B9BF-B75426C94014}" dt="2023-11-17T14:14:15.624" v="2118" actId="478"/>
          <ac:spMkLst>
            <pc:docMk/>
            <pc:sldMk cId="1885007555" sldId="288"/>
            <ac:spMk id="2" creationId="{EE28AAA0-FDE0-941D-73CA-AFFECF861E6C}"/>
          </ac:spMkLst>
        </pc:spChg>
        <pc:spChg chg="add mod">
          <ac:chgData name="Mohammad Hosein Rabiee" userId="abd3525940ec1412" providerId="LiveId" clId="{AC6FBA45-B926-4CA8-B9BF-B75426C94014}" dt="2023-11-17T14:18:09.269" v="2192" actId="404"/>
          <ac:spMkLst>
            <pc:docMk/>
            <pc:sldMk cId="1885007555" sldId="288"/>
            <ac:spMk id="3" creationId="{CA35509B-82C0-DA24-9D7A-D22420BF61D0}"/>
          </ac:spMkLst>
        </pc:spChg>
        <pc:spChg chg="add mod">
          <ac:chgData name="Mohammad Hosein Rabiee" userId="abd3525940ec1412" providerId="LiveId" clId="{AC6FBA45-B926-4CA8-B9BF-B75426C94014}" dt="2023-11-17T14:21:46.157" v="2213" actId="1076"/>
          <ac:spMkLst>
            <pc:docMk/>
            <pc:sldMk cId="1885007555" sldId="288"/>
            <ac:spMk id="6" creationId="{196F3BF7-3D46-CD64-99CE-AF65ED3D5993}"/>
          </ac:spMkLst>
        </pc:spChg>
        <pc:spChg chg="add mod">
          <ac:chgData name="Mohammad Hosein Rabiee" userId="abd3525940ec1412" providerId="LiveId" clId="{AC6FBA45-B926-4CA8-B9BF-B75426C94014}" dt="2023-11-17T14:21:36.536" v="2211" actId="1076"/>
          <ac:spMkLst>
            <pc:docMk/>
            <pc:sldMk cId="1885007555" sldId="288"/>
            <ac:spMk id="7" creationId="{3EDFFD0F-3225-4D1E-556F-FF5FB8928C33}"/>
          </ac:spMkLst>
        </pc:spChg>
        <pc:picChg chg="add mod">
          <ac:chgData name="Mohammad Hosein Rabiee" userId="abd3525940ec1412" providerId="LiveId" clId="{AC6FBA45-B926-4CA8-B9BF-B75426C94014}" dt="2023-11-17T14:20:55.835" v="2197" actId="1076"/>
          <ac:picMkLst>
            <pc:docMk/>
            <pc:sldMk cId="1885007555" sldId="288"/>
            <ac:picMk id="5" creationId="{31A9D1EB-EE9C-F141-86EA-17AE1371B73E}"/>
          </ac:picMkLst>
        </pc:picChg>
      </pc:sldChg>
      <pc:sldChg chg="addSp delSp modSp add mod ord">
        <pc:chgData name="Mohammad Hosein Rabiee" userId="abd3525940ec1412" providerId="LiveId" clId="{AC6FBA45-B926-4CA8-B9BF-B75426C94014}" dt="2023-11-17T16:32:51.615" v="3937" actId="14100"/>
        <pc:sldMkLst>
          <pc:docMk/>
          <pc:sldMk cId="3435550307" sldId="289"/>
        </pc:sldMkLst>
        <pc:spChg chg="add del mod">
          <ac:chgData name="Mohammad Hosein Rabiee" userId="abd3525940ec1412" providerId="LiveId" clId="{AC6FBA45-B926-4CA8-B9BF-B75426C94014}" dt="2023-11-17T14:27:09.383" v="2262" actId="478"/>
          <ac:spMkLst>
            <pc:docMk/>
            <pc:sldMk cId="3435550307" sldId="289"/>
            <ac:spMk id="2" creationId="{82F6B3C7-32C6-2BFC-0CFE-3EB3884FF759}"/>
          </ac:spMkLst>
        </pc:spChg>
        <pc:spChg chg="mod">
          <ac:chgData name="Mohammad Hosein Rabiee" userId="abd3525940ec1412" providerId="LiveId" clId="{AC6FBA45-B926-4CA8-B9BF-B75426C94014}" dt="2023-11-17T14:23:23.989" v="2252" actId="20577"/>
          <ac:spMkLst>
            <pc:docMk/>
            <pc:sldMk cId="3435550307" sldId="289"/>
            <ac:spMk id="3" creationId="{CA35509B-82C0-DA24-9D7A-D22420BF61D0}"/>
          </ac:spMkLst>
        </pc:spChg>
        <pc:spChg chg="del">
          <ac:chgData name="Mohammad Hosein Rabiee" userId="abd3525940ec1412" providerId="LiveId" clId="{AC6FBA45-B926-4CA8-B9BF-B75426C94014}" dt="2023-11-17T14:26:50.049" v="2258" actId="478"/>
          <ac:spMkLst>
            <pc:docMk/>
            <pc:sldMk cId="3435550307" sldId="289"/>
            <ac:spMk id="6" creationId="{196F3BF7-3D46-CD64-99CE-AF65ED3D5993}"/>
          </ac:spMkLst>
        </pc:spChg>
        <pc:spChg chg="del">
          <ac:chgData name="Mohammad Hosein Rabiee" userId="abd3525940ec1412" providerId="LiveId" clId="{AC6FBA45-B926-4CA8-B9BF-B75426C94014}" dt="2023-11-17T14:26:48.240" v="2257" actId="478"/>
          <ac:spMkLst>
            <pc:docMk/>
            <pc:sldMk cId="3435550307" sldId="289"/>
            <ac:spMk id="7" creationId="{3EDFFD0F-3225-4D1E-556F-FF5FB8928C33}"/>
          </ac:spMkLst>
        </pc:spChg>
        <pc:spChg chg="add mod">
          <ac:chgData name="Mohammad Hosein Rabiee" userId="abd3525940ec1412" providerId="LiveId" clId="{AC6FBA45-B926-4CA8-B9BF-B75426C94014}" dt="2023-11-17T14:27:23.703" v="2264" actId="1076"/>
          <ac:spMkLst>
            <pc:docMk/>
            <pc:sldMk cId="3435550307" sldId="289"/>
            <ac:spMk id="9" creationId="{E978E33E-75E0-01DF-123A-14A2868A5917}"/>
          </ac:spMkLst>
        </pc:spChg>
        <pc:spChg chg="add mod">
          <ac:chgData name="Mohammad Hosein Rabiee" userId="abd3525940ec1412" providerId="LiveId" clId="{AC6FBA45-B926-4CA8-B9BF-B75426C94014}" dt="2023-11-17T14:31:20.671" v="2299" actId="207"/>
          <ac:spMkLst>
            <pc:docMk/>
            <pc:sldMk cId="3435550307" sldId="289"/>
            <ac:spMk id="11" creationId="{F4B72E57-5396-4D28-CAB2-6E7B23BD3CD3}"/>
          </ac:spMkLst>
        </pc:spChg>
        <pc:spChg chg="add mod">
          <ac:chgData name="Mohammad Hosein Rabiee" userId="abd3525940ec1412" providerId="LiveId" clId="{AC6FBA45-B926-4CA8-B9BF-B75426C94014}" dt="2023-11-17T14:27:23.703" v="2264" actId="1076"/>
          <ac:spMkLst>
            <pc:docMk/>
            <pc:sldMk cId="3435550307" sldId="289"/>
            <ac:spMk id="12" creationId="{745F35B0-FB8E-B0B8-8190-3A7F798749C3}"/>
          </ac:spMkLst>
        </pc:spChg>
        <pc:spChg chg="add mod">
          <ac:chgData name="Mohammad Hosein Rabiee" userId="abd3525940ec1412" providerId="LiveId" clId="{AC6FBA45-B926-4CA8-B9BF-B75426C94014}" dt="2023-11-17T14:27:23.703" v="2264" actId="1076"/>
          <ac:spMkLst>
            <pc:docMk/>
            <pc:sldMk cId="3435550307" sldId="289"/>
            <ac:spMk id="13" creationId="{344AD689-9A95-E9CE-134B-AB5E754B433F}"/>
          </ac:spMkLst>
        </pc:spChg>
        <pc:spChg chg="add mod">
          <ac:chgData name="Mohammad Hosein Rabiee" userId="abd3525940ec1412" providerId="LiveId" clId="{AC6FBA45-B926-4CA8-B9BF-B75426C94014}" dt="2023-11-17T14:30:33.792" v="2285" actId="1076"/>
          <ac:spMkLst>
            <pc:docMk/>
            <pc:sldMk cId="3435550307" sldId="289"/>
            <ac:spMk id="28" creationId="{DA4C28A6-1721-D073-F42D-C7B67DA89A72}"/>
          </ac:spMkLst>
        </pc:spChg>
        <pc:spChg chg="add mod">
          <ac:chgData name="Mohammad Hosein Rabiee" userId="abd3525940ec1412" providerId="LiveId" clId="{AC6FBA45-B926-4CA8-B9BF-B75426C94014}" dt="2023-11-17T14:30:33.792" v="2285" actId="1076"/>
          <ac:spMkLst>
            <pc:docMk/>
            <pc:sldMk cId="3435550307" sldId="289"/>
            <ac:spMk id="29" creationId="{179A4DF9-23B9-01B6-29EB-11B723176440}"/>
          </ac:spMkLst>
        </pc:spChg>
        <pc:spChg chg="add mod">
          <ac:chgData name="Mohammad Hosein Rabiee" userId="abd3525940ec1412" providerId="LiveId" clId="{AC6FBA45-B926-4CA8-B9BF-B75426C94014}" dt="2023-11-17T14:30:33.792" v="2285" actId="1076"/>
          <ac:spMkLst>
            <pc:docMk/>
            <pc:sldMk cId="3435550307" sldId="289"/>
            <ac:spMk id="30" creationId="{995D694D-E6EA-F4B4-6899-E7602F7A6510}"/>
          </ac:spMkLst>
        </pc:spChg>
        <pc:picChg chg="del">
          <ac:chgData name="Mohammad Hosein Rabiee" userId="abd3525940ec1412" providerId="LiveId" clId="{AC6FBA45-B926-4CA8-B9BF-B75426C94014}" dt="2023-11-17T14:26:44.428" v="2255" actId="478"/>
          <ac:picMkLst>
            <pc:docMk/>
            <pc:sldMk cId="3435550307" sldId="289"/>
            <ac:picMk id="5" creationId="{31A9D1EB-EE9C-F141-86EA-17AE1371B73E}"/>
          </ac:picMkLst>
        </pc:picChg>
        <pc:cxnChg chg="add mod">
          <ac:chgData name="Mohammad Hosein Rabiee" userId="abd3525940ec1412" providerId="LiveId" clId="{AC6FBA45-B926-4CA8-B9BF-B75426C94014}" dt="2023-11-17T14:27:23.703" v="2264" actId="1076"/>
          <ac:cxnSpMkLst>
            <pc:docMk/>
            <pc:sldMk cId="3435550307" sldId="289"/>
            <ac:cxnSpMk id="4" creationId="{E1F5B7E1-D75C-1850-61EB-1E18430CEB29}"/>
          </ac:cxnSpMkLst>
        </pc:cxnChg>
        <pc:cxnChg chg="add mod">
          <ac:chgData name="Mohammad Hosein Rabiee" userId="abd3525940ec1412" providerId="LiveId" clId="{AC6FBA45-B926-4CA8-B9BF-B75426C94014}" dt="2023-11-17T14:27:23.703" v="2264" actId="1076"/>
          <ac:cxnSpMkLst>
            <pc:docMk/>
            <pc:sldMk cId="3435550307" sldId="289"/>
            <ac:cxnSpMk id="8" creationId="{75FAF61C-B73F-1B80-1E59-6CCC838EE895}"/>
          </ac:cxnSpMkLst>
        </pc:cxnChg>
        <pc:cxnChg chg="add mod">
          <ac:chgData name="Mohammad Hosein Rabiee" userId="abd3525940ec1412" providerId="LiveId" clId="{AC6FBA45-B926-4CA8-B9BF-B75426C94014}" dt="2023-11-17T14:27:23.703" v="2264" actId="1076"/>
          <ac:cxnSpMkLst>
            <pc:docMk/>
            <pc:sldMk cId="3435550307" sldId="289"/>
            <ac:cxnSpMk id="10" creationId="{C11FC201-ACC6-9CA8-3A59-7C0A5AE88DCF}"/>
          </ac:cxnSpMkLst>
        </pc:cxnChg>
        <pc:cxnChg chg="add mod">
          <ac:chgData name="Mohammad Hosein Rabiee" userId="abd3525940ec1412" providerId="LiveId" clId="{AC6FBA45-B926-4CA8-B9BF-B75426C94014}" dt="2023-11-17T14:27:46.596" v="2269" actId="14100"/>
          <ac:cxnSpMkLst>
            <pc:docMk/>
            <pc:sldMk cId="3435550307" sldId="289"/>
            <ac:cxnSpMk id="15" creationId="{545A78EB-8997-B17A-B7A0-7408145E2AFF}"/>
          </ac:cxnSpMkLst>
        </pc:cxnChg>
        <pc:cxnChg chg="add mod">
          <ac:chgData name="Mohammad Hosein Rabiee" userId="abd3525940ec1412" providerId="LiveId" clId="{AC6FBA45-B926-4CA8-B9BF-B75426C94014}" dt="2023-11-17T16:32:29.559" v="3928" actId="1076"/>
          <ac:cxnSpMkLst>
            <pc:docMk/>
            <pc:sldMk cId="3435550307" sldId="289"/>
            <ac:cxnSpMk id="17" creationId="{CA78A642-B709-F91E-6CB9-D4C9B1DB7DB4}"/>
          </ac:cxnSpMkLst>
        </pc:cxnChg>
        <pc:cxnChg chg="add mod">
          <ac:chgData name="Mohammad Hosein Rabiee" userId="abd3525940ec1412" providerId="LiveId" clId="{AC6FBA45-B926-4CA8-B9BF-B75426C94014}" dt="2023-11-17T14:28:49.008" v="2282" actId="14100"/>
          <ac:cxnSpMkLst>
            <pc:docMk/>
            <pc:sldMk cId="3435550307" sldId="289"/>
            <ac:cxnSpMk id="20" creationId="{6BB4B393-A393-7A8F-09A0-927A1B7D676E}"/>
          </ac:cxnSpMkLst>
        </pc:cxnChg>
        <pc:cxnChg chg="add mod">
          <ac:chgData name="Mohammad Hosein Rabiee" userId="abd3525940ec1412" providerId="LiveId" clId="{AC6FBA45-B926-4CA8-B9BF-B75426C94014}" dt="2023-11-17T14:30:33.792" v="2285" actId="1076"/>
          <ac:cxnSpMkLst>
            <pc:docMk/>
            <pc:sldMk cId="3435550307" sldId="289"/>
            <ac:cxnSpMk id="26" creationId="{CA2AA418-BEDD-52DB-E459-7A7847D13B85}"/>
          </ac:cxnSpMkLst>
        </pc:cxnChg>
        <pc:cxnChg chg="add mod">
          <ac:chgData name="Mohammad Hosein Rabiee" userId="abd3525940ec1412" providerId="LiveId" clId="{AC6FBA45-B926-4CA8-B9BF-B75426C94014}" dt="2023-11-17T14:30:33.792" v="2285" actId="1076"/>
          <ac:cxnSpMkLst>
            <pc:docMk/>
            <pc:sldMk cId="3435550307" sldId="289"/>
            <ac:cxnSpMk id="27" creationId="{A00DC95E-99C1-2DCD-5D4A-E5BAF9BA58F6}"/>
          </ac:cxnSpMkLst>
        </pc:cxnChg>
        <pc:cxnChg chg="add mod">
          <ac:chgData name="Mohammad Hosein Rabiee" userId="abd3525940ec1412" providerId="LiveId" clId="{AC6FBA45-B926-4CA8-B9BF-B75426C94014}" dt="2023-11-17T16:32:43.556" v="3933" actId="14100"/>
          <ac:cxnSpMkLst>
            <pc:docMk/>
            <pc:sldMk cId="3435550307" sldId="289"/>
            <ac:cxnSpMk id="31" creationId="{0EB3443F-C46C-A46F-82D6-D3526ADBBAFE}"/>
          </ac:cxnSpMkLst>
        </pc:cxnChg>
        <pc:cxnChg chg="add mod">
          <ac:chgData name="Mohammad Hosein Rabiee" userId="abd3525940ec1412" providerId="LiveId" clId="{AC6FBA45-B926-4CA8-B9BF-B75426C94014}" dt="2023-11-17T16:32:51.615" v="3937" actId="14100"/>
          <ac:cxnSpMkLst>
            <pc:docMk/>
            <pc:sldMk cId="3435550307" sldId="289"/>
            <ac:cxnSpMk id="34" creationId="{67A66857-B194-EA3D-9F4A-C877DBC79A52}"/>
          </ac:cxnSpMkLst>
        </pc:cxnChg>
      </pc:sldChg>
      <pc:sldChg chg="addSp delSp modSp new mod ord modAnim">
        <pc:chgData name="Mohammad Hosein Rabiee" userId="abd3525940ec1412" providerId="LiveId" clId="{AC6FBA45-B926-4CA8-B9BF-B75426C94014}" dt="2024-01-04T15:38:14.345" v="4066" actId="478"/>
        <pc:sldMkLst>
          <pc:docMk/>
          <pc:sldMk cId="2179422143" sldId="290"/>
        </pc:sldMkLst>
        <pc:spChg chg="add del mod">
          <ac:chgData name="Mohammad Hosein Rabiee" userId="abd3525940ec1412" providerId="LiveId" clId="{AC6FBA45-B926-4CA8-B9BF-B75426C94014}" dt="2023-11-17T15:23:40.418" v="3240" actId="20577"/>
          <ac:spMkLst>
            <pc:docMk/>
            <pc:sldMk cId="2179422143" sldId="290"/>
            <ac:spMk id="2" creationId="{1CC0D34B-ACAB-A030-3A79-663E9F3BF049}"/>
          </ac:spMkLst>
        </pc:spChg>
        <pc:spChg chg="add mod">
          <ac:chgData name="Mohammad Hosein Rabiee" userId="abd3525940ec1412" providerId="LiveId" clId="{AC6FBA45-B926-4CA8-B9BF-B75426C94014}" dt="2023-11-17T15:13:20.517" v="3052" actId="1076"/>
          <ac:spMkLst>
            <pc:docMk/>
            <pc:sldMk cId="2179422143" sldId="290"/>
            <ac:spMk id="3" creationId="{95869A62-B754-3B0C-CD73-A14BACE44505}"/>
          </ac:spMkLst>
        </pc:spChg>
        <pc:spChg chg="add mod">
          <ac:chgData name="Mohammad Hosein Rabiee" userId="abd3525940ec1412" providerId="LiveId" clId="{AC6FBA45-B926-4CA8-B9BF-B75426C94014}" dt="2023-11-17T15:13:20.517" v="3052" actId="1076"/>
          <ac:spMkLst>
            <pc:docMk/>
            <pc:sldMk cId="2179422143" sldId="290"/>
            <ac:spMk id="4" creationId="{DA4D69CE-1350-9D7F-41DA-E6BC2468E575}"/>
          </ac:spMkLst>
        </pc:spChg>
        <pc:spChg chg="add mod">
          <ac:chgData name="Mohammad Hosein Rabiee" userId="abd3525940ec1412" providerId="LiveId" clId="{AC6FBA45-B926-4CA8-B9BF-B75426C94014}" dt="2023-11-17T15:13:20.517" v="3052" actId="1076"/>
          <ac:spMkLst>
            <pc:docMk/>
            <pc:sldMk cId="2179422143" sldId="290"/>
            <ac:spMk id="7" creationId="{D594E597-81C0-13F8-BB7D-D768E6757168}"/>
          </ac:spMkLst>
        </pc:spChg>
        <pc:spChg chg="add mod">
          <ac:chgData name="Mohammad Hosein Rabiee" userId="abd3525940ec1412" providerId="LiveId" clId="{AC6FBA45-B926-4CA8-B9BF-B75426C94014}" dt="2023-11-17T15:13:20.517" v="3052" actId="1076"/>
          <ac:spMkLst>
            <pc:docMk/>
            <pc:sldMk cId="2179422143" sldId="290"/>
            <ac:spMk id="8" creationId="{8B98A402-CE0D-561A-6F92-31A2AA4334F9}"/>
          </ac:spMkLst>
        </pc:spChg>
        <pc:spChg chg="add mod">
          <ac:chgData name="Mohammad Hosein Rabiee" userId="abd3525940ec1412" providerId="LiveId" clId="{AC6FBA45-B926-4CA8-B9BF-B75426C94014}" dt="2023-11-17T15:13:20.517" v="3052" actId="1076"/>
          <ac:spMkLst>
            <pc:docMk/>
            <pc:sldMk cId="2179422143" sldId="290"/>
            <ac:spMk id="9" creationId="{281D6927-BB8D-0727-ADA5-86994A5DD6C7}"/>
          </ac:spMkLst>
        </pc:spChg>
        <pc:spChg chg="add mod">
          <ac:chgData name="Mohammad Hosein Rabiee" userId="abd3525940ec1412" providerId="LiveId" clId="{AC6FBA45-B926-4CA8-B9BF-B75426C94014}" dt="2023-11-17T15:13:25.384" v="3053" actId="1076"/>
          <ac:spMkLst>
            <pc:docMk/>
            <pc:sldMk cId="2179422143" sldId="290"/>
            <ac:spMk id="10" creationId="{0B7CE86F-592A-C9E2-5224-C8D960D5D904}"/>
          </ac:spMkLst>
        </pc:spChg>
        <pc:spChg chg="add mod">
          <ac:chgData name="Mohammad Hosein Rabiee" userId="abd3525940ec1412" providerId="LiveId" clId="{AC6FBA45-B926-4CA8-B9BF-B75426C94014}" dt="2023-11-17T16:16:42.918" v="3781" actId="115"/>
          <ac:spMkLst>
            <pc:docMk/>
            <pc:sldMk cId="2179422143" sldId="290"/>
            <ac:spMk id="11" creationId="{6FBE96A0-54D3-4508-2176-3CE29460238D}"/>
          </ac:spMkLst>
        </pc:spChg>
        <pc:spChg chg="add mod">
          <ac:chgData name="Mohammad Hosein Rabiee" userId="abd3525940ec1412" providerId="LiveId" clId="{AC6FBA45-B926-4CA8-B9BF-B75426C94014}" dt="2023-11-17T15:13:20.517" v="3052" actId="1076"/>
          <ac:spMkLst>
            <pc:docMk/>
            <pc:sldMk cId="2179422143" sldId="290"/>
            <ac:spMk id="13" creationId="{7286A9BE-50E2-A373-604B-6EAA5FA3E0D1}"/>
          </ac:spMkLst>
        </pc:spChg>
        <pc:spChg chg="add mod">
          <ac:chgData name="Mohammad Hosein Rabiee" userId="abd3525940ec1412" providerId="LiveId" clId="{AC6FBA45-B926-4CA8-B9BF-B75426C94014}" dt="2023-11-17T15:13:28.400" v="3054" actId="1076"/>
          <ac:spMkLst>
            <pc:docMk/>
            <pc:sldMk cId="2179422143" sldId="290"/>
            <ac:spMk id="14" creationId="{B83F4F0A-7D89-DF38-7497-2943FF4EEDAD}"/>
          </ac:spMkLst>
        </pc:spChg>
        <pc:spChg chg="add mod">
          <ac:chgData name="Mohammad Hosein Rabiee" userId="abd3525940ec1412" providerId="LiveId" clId="{AC6FBA45-B926-4CA8-B9BF-B75426C94014}" dt="2023-11-17T15:15:17.569" v="3083" actId="1076"/>
          <ac:spMkLst>
            <pc:docMk/>
            <pc:sldMk cId="2179422143" sldId="290"/>
            <ac:spMk id="15" creationId="{4A686A6A-774D-6199-2009-5BCE6C64D904}"/>
          </ac:spMkLst>
        </pc:spChg>
        <pc:spChg chg="add mod">
          <ac:chgData name="Mohammad Hosein Rabiee" userId="abd3525940ec1412" providerId="LiveId" clId="{AC6FBA45-B926-4CA8-B9BF-B75426C94014}" dt="2023-11-17T15:13:31.587" v="3055" actId="1076"/>
          <ac:spMkLst>
            <pc:docMk/>
            <pc:sldMk cId="2179422143" sldId="290"/>
            <ac:spMk id="16" creationId="{2D8F1277-220E-A541-BC0D-062F4F992690}"/>
          </ac:spMkLst>
        </pc:spChg>
        <pc:spChg chg="add mod">
          <ac:chgData name="Mohammad Hosein Rabiee" userId="abd3525940ec1412" providerId="LiveId" clId="{AC6FBA45-B926-4CA8-B9BF-B75426C94014}" dt="2023-11-17T15:15:20.806" v="3084" actId="1076"/>
          <ac:spMkLst>
            <pc:docMk/>
            <pc:sldMk cId="2179422143" sldId="290"/>
            <ac:spMk id="18" creationId="{816678BA-6396-E6C4-36CE-DEACC57B6942}"/>
          </ac:spMkLst>
        </pc:spChg>
        <pc:spChg chg="add mod">
          <ac:chgData name="Mohammad Hosein Rabiee" userId="abd3525940ec1412" providerId="LiveId" clId="{AC6FBA45-B926-4CA8-B9BF-B75426C94014}" dt="2023-11-17T15:14:41.624" v="3067" actId="571"/>
          <ac:spMkLst>
            <pc:docMk/>
            <pc:sldMk cId="2179422143" sldId="290"/>
            <ac:spMk id="19" creationId="{C497735F-D202-5525-B30D-81937608E0BD}"/>
          </ac:spMkLst>
        </pc:spChg>
        <pc:spChg chg="add mod">
          <ac:chgData name="Mohammad Hosein Rabiee" userId="abd3525940ec1412" providerId="LiveId" clId="{AC6FBA45-B926-4CA8-B9BF-B75426C94014}" dt="2023-11-17T15:15:24.033" v="3085" actId="1076"/>
          <ac:spMkLst>
            <pc:docMk/>
            <pc:sldMk cId="2179422143" sldId="290"/>
            <ac:spMk id="21" creationId="{DF9A5312-6676-CAF3-AC25-994D0A4D546F}"/>
          </ac:spMkLst>
        </pc:spChg>
        <pc:spChg chg="add mod">
          <ac:chgData name="Mohammad Hosein Rabiee" userId="abd3525940ec1412" providerId="LiveId" clId="{AC6FBA45-B926-4CA8-B9BF-B75426C94014}" dt="2023-11-17T15:15:49.208" v="3096" actId="1076"/>
          <ac:spMkLst>
            <pc:docMk/>
            <pc:sldMk cId="2179422143" sldId="290"/>
            <ac:spMk id="23" creationId="{04942B70-A4CB-6B9D-6EB4-B3C93B4946E7}"/>
          </ac:spMkLst>
        </pc:spChg>
        <pc:spChg chg="add mod">
          <ac:chgData name="Mohammad Hosein Rabiee" userId="abd3525940ec1412" providerId="LiveId" clId="{AC6FBA45-B926-4CA8-B9BF-B75426C94014}" dt="2024-01-04T14:09:05.603" v="4063" actId="20577"/>
          <ac:spMkLst>
            <pc:docMk/>
            <pc:sldMk cId="2179422143" sldId="290"/>
            <ac:spMk id="25" creationId="{B410FB34-FE62-B141-F0F0-615C29951E8C}"/>
          </ac:spMkLst>
        </pc:spChg>
        <pc:spChg chg="add mod">
          <ac:chgData name="Mohammad Hosein Rabiee" userId="abd3525940ec1412" providerId="LiveId" clId="{AC6FBA45-B926-4CA8-B9BF-B75426C94014}" dt="2023-11-17T15:18:41.610" v="3184" actId="1076"/>
          <ac:spMkLst>
            <pc:docMk/>
            <pc:sldMk cId="2179422143" sldId="290"/>
            <ac:spMk id="26" creationId="{6C5EFAD1-4A5B-02BD-4124-8499D49E07E0}"/>
          </ac:spMkLst>
        </pc:spChg>
        <pc:spChg chg="add mod">
          <ac:chgData name="Mohammad Hosein Rabiee" userId="abd3525940ec1412" providerId="LiveId" clId="{AC6FBA45-B926-4CA8-B9BF-B75426C94014}" dt="2023-11-17T15:20:35.183" v="3200" actId="1076"/>
          <ac:spMkLst>
            <pc:docMk/>
            <pc:sldMk cId="2179422143" sldId="290"/>
            <ac:spMk id="27" creationId="{2523C0B3-49B7-3611-B1AA-3EFD462303F0}"/>
          </ac:spMkLst>
        </pc:spChg>
        <pc:spChg chg="add del mod">
          <ac:chgData name="Mohammad Hosein Rabiee" userId="abd3525940ec1412" providerId="LiveId" clId="{AC6FBA45-B926-4CA8-B9BF-B75426C94014}" dt="2023-11-17T16:19:53.799" v="3825" actId="478"/>
          <ac:spMkLst>
            <pc:docMk/>
            <pc:sldMk cId="2179422143" sldId="290"/>
            <ac:spMk id="28" creationId="{78975D28-8FDB-91C9-70BF-59044A8405BA}"/>
          </ac:spMkLst>
        </pc:spChg>
        <pc:inkChg chg="add del mod">
          <ac:chgData name="Mohammad Hosein Rabiee" userId="abd3525940ec1412" providerId="LiveId" clId="{AC6FBA45-B926-4CA8-B9BF-B75426C94014}" dt="2024-01-04T15:38:14.345" v="4066" actId="478"/>
          <ac:inkMkLst>
            <pc:docMk/>
            <pc:sldMk cId="2179422143" sldId="290"/>
            <ac:inkMk id="5" creationId="{08D6AB25-07A0-5B67-C575-DDEDE3328E76}"/>
          </ac:inkMkLst>
        </pc:inkChg>
        <pc:inkChg chg="add">
          <ac:chgData name="Mohammad Hosein Rabiee" userId="abd3525940ec1412" providerId="LiveId" clId="{AC6FBA45-B926-4CA8-B9BF-B75426C94014}" dt="2024-01-04T15:36:48.344" v="4064"/>
          <ac:inkMkLst>
            <pc:docMk/>
            <pc:sldMk cId="2179422143" sldId="290"/>
            <ac:inkMk id="6" creationId="{6C771E04-1CE4-E5AF-D88C-42849A5DACCB}"/>
          </ac:inkMkLst>
        </pc:inkChg>
        <pc:cxnChg chg="add del mod">
          <ac:chgData name="Mohammad Hosein Rabiee" userId="abd3525940ec1412" providerId="LiveId" clId="{AC6FBA45-B926-4CA8-B9BF-B75426C94014}" dt="2023-11-17T14:57:49.600" v="2648" actId="478"/>
          <ac:cxnSpMkLst>
            <pc:docMk/>
            <pc:sldMk cId="2179422143" sldId="290"/>
            <ac:cxnSpMk id="6" creationId="{3ED6FAB1-B1B7-D96A-864E-E37344B14658}"/>
          </ac:cxnSpMkLst>
        </pc:cxnChg>
      </pc:sldChg>
      <pc:sldChg chg="addSp delSp modSp add mod ord modAnim">
        <pc:chgData name="Mohammad Hosein Rabiee" userId="abd3525940ec1412" providerId="LiveId" clId="{AC6FBA45-B926-4CA8-B9BF-B75426C94014}" dt="2024-01-04T15:47:22.900" v="4078"/>
        <pc:sldMkLst>
          <pc:docMk/>
          <pc:sldMk cId="4171534639" sldId="291"/>
        </pc:sldMkLst>
        <pc:spChg chg="del mod">
          <ac:chgData name="Mohammad Hosein Rabiee" userId="abd3525940ec1412" providerId="LiveId" clId="{AC6FBA45-B926-4CA8-B9BF-B75426C94014}" dt="2023-11-17T16:00:10.650" v="3365" actId="478"/>
          <ac:spMkLst>
            <pc:docMk/>
            <pc:sldMk cId="4171534639" sldId="291"/>
            <ac:spMk id="2" creationId="{1CC0D34B-ACAB-A030-3A79-663E9F3BF049}"/>
          </ac:spMkLst>
        </pc:spChg>
        <pc:spChg chg="mod">
          <ac:chgData name="Mohammad Hosein Rabiee" userId="abd3525940ec1412" providerId="LiveId" clId="{AC6FBA45-B926-4CA8-B9BF-B75426C94014}" dt="2023-11-17T16:00:43.001" v="3396" actId="313"/>
          <ac:spMkLst>
            <pc:docMk/>
            <pc:sldMk cId="4171534639" sldId="291"/>
            <ac:spMk id="3" creationId="{95869A62-B754-3B0C-CD73-A14BACE44505}"/>
          </ac:spMkLst>
        </pc:spChg>
        <pc:spChg chg="mod">
          <ac:chgData name="Mohammad Hosein Rabiee" userId="abd3525940ec1412" providerId="LiveId" clId="{AC6FBA45-B926-4CA8-B9BF-B75426C94014}" dt="2023-11-17T16:00:55.476" v="3397" actId="1076"/>
          <ac:spMkLst>
            <pc:docMk/>
            <pc:sldMk cId="4171534639" sldId="291"/>
            <ac:spMk id="4" creationId="{DA4D69CE-1350-9D7F-41DA-E6BC2468E575}"/>
          </ac:spMkLst>
        </pc:spChg>
        <pc:spChg chg="mod">
          <ac:chgData name="Mohammad Hosein Rabiee" userId="abd3525940ec1412" providerId="LiveId" clId="{AC6FBA45-B926-4CA8-B9BF-B75426C94014}" dt="2023-11-17T16:13:51.258" v="3773" actId="1076"/>
          <ac:spMkLst>
            <pc:docMk/>
            <pc:sldMk cId="4171534639" sldId="291"/>
            <ac:spMk id="7" creationId="{D594E597-81C0-13F8-BB7D-D768E6757168}"/>
          </ac:spMkLst>
        </pc:spChg>
        <pc:spChg chg="mod">
          <ac:chgData name="Mohammad Hosein Rabiee" userId="abd3525940ec1412" providerId="LiveId" clId="{AC6FBA45-B926-4CA8-B9BF-B75426C94014}" dt="2023-11-17T16:01:15.480" v="3420" actId="20577"/>
          <ac:spMkLst>
            <pc:docMk/>
            <pc:sldMk cId="4171534639" sldId="291"/>
            <ac:spMk id="8" creationId="{8B98A402-CE0D-561A-6F92-31A2AA4334F9}"/>
          </ac:spMkLst>
        </pc:spChg>
        <pc:spChg chg="del">
          <ac:chgData name="Mohammad Hosein Rabiee" userId="abd3525940ec1412" providerId="LiveId" clId="{AC6FBA45-B926-4CA8-B9BF-B75426C94014}" dt="2023-11-17T15:41:23.438" v="3304" actId="478"/>
          <ac:spMkLst>
            <pc:docMk/>
            <pc:sldMk cId="4171534639" sldId="291"/>
            <ac:spMk id="9" creationId="{281D6927-BB8D-0727-ADA5-86994A5DD6C7}"/>
          </ac:spMkLst>
        </pc:spChg>
        <pc:spChg chg="del">
          <ac:chgData name="Mohammad Hosein Rabiee" userId="abd3525940ec1412" providerId="LiveId" clId="{AC6FBA45-B926-4CA8-B9BF-B75426C94014}" dt="2023-11-17T16:13:20.240" v="3753" actId="478"/>
          <ac:spMkLst>
            <pc:docMk/>
            <pc:sldMk cId="4171534639" sldId="291"/>
            <ac:spMk id="10" creationId="{0B7CE86F-592A-C9E2-5224-C8D960D5D904}"/>
          </ac:spMkLst>
        </pc:spChg>
        <pc:spChg chg="del">
          <ac:chgData name="Mohammad Hosein Rabiee" userId="abd3525940ec1412" providerId="LiveId" clId="{AC6FBA45-B926-4CA8-B9BF-B75426C94014}" dt="2023-11-17T15:41:24.341" v="3305" actId="478"/>
          <ac:spMkLst>
            <pc:docMk/>
            <pc:sldMk cId="4171534639" sldId="291"/>
            <ac:spMk id="11" creationId="{6FBE96A0-54D3-4508-2176-3CE29460238D}"/>
          </ac:spMkLst>
        </pc:spChg>
        <pc:spChg chg="del">
          <ac:chgData name="Mohammad Hosein Rabiee" userId="abd3525940ec1412" providerId="LiveId" clId="{AC6FBA45-B926-4CA8-B9BF-B75426C94014}" dt="2023-11-17T16:11:44.269" v="3656" actId="478"/>
          <ac:spMkLst>
            <pc:docMk/>
            <pc:sldMk cId="4171534639" sldId="291"/>
            <ac:spMk id="13" creationId="{7286A9BE-50E2-A373-604B-6EAA5FA3E0D1}"/>
          </ac:spMkLst>
        </pc:spChg>
        <pc:spChg chg="del mod">
          <ac:chgData name="Mohammad Hosein Rabiee" userId="abd3525940ec1412" providerId="LiveId" clId="{AC6FBA45-B926-4CA8-B9BF-B75426C94014}" dt="2023-11-17T16:13:23.379" v="3756" actId="478"/>
          <ac:spMkLst>
            <pc:docMk/>
            <pc:sldMk cId="4171534639" sldId="291"/>
            <ac:spMk id="14" creationId="{B83F4F0A-7D89-DF38-7497-2943FF4EEDAD}"/>
          </ac:spMkLst>
        </pc:spChg>
        <pc:spChg chg="del">
          <ac:chgData name="Mohammad Hosein Rabiee" userId="abd3525940ec1412" providerId="LiveId" clId="{AC6FBA45-B926-4CA8-B9BF-B75426C94014}" dt="2023-11-17T16:13:24.879" v="3758" actId="478"/>
          <ac:spMkLst>
            <pc:docMk/>
            <pc:sldMk cId="4171534639" sldId="291"/>
            <ac:spMk id="15" creationId="{4A686A6A-774D-6199-2009-5BCE6C64D904}"/>
          </ac:spMkLst>
        </pc:spChg>
        <pc:spChg chg="del mod">
          <ac:chgData name="Mohammad Hosein Rabiee" userId="abd3525940ec1412" providerId="LiveId" clId="{AC6FBA45-B926-4CA8-B9BF-B75426C94014}" dt="2023-11-17T16:13:22.401" v="3755" actId="478"/>
          <ac:spMkLst>
            <pc:docMk/>
            <pc:sldMk cId="4171534639" sldId="291"/>
            <ac:spMk id="16" creationId="{2D8F1277-220E-A541-BC0D-062F4F992690}"/>
          </ac:spMkLst>
        </pc:spChg>
        <pc:spChg chg="add mod">
          <ac:chgData name="Mohammad Hosein Rabiee" userId="abd3525940ec1412" providerId="LiveId" clId="{AC6FBA45-B926-4CA8-B9BF-B75426C94014}" dt="2024-01-04T13:32:16.579" v="4030" actId="1076"/>
          <ac:spMkLst>
            <pc:docMk/>
            <pc:sldMk cId="4171534639" sldId="291"/>
            <ac:spMk id="17" creationId="{7D8E434D-31A3-15C5-6D87-E90E523BBCCE}"/>
          </ac:spMkLst>
        </pc:spChg>
        <pc:spChg chg="del">
          <ac:chgData name="Mohammad Hosein Rabiee" userId="abd3525940ec1412" providerId="LiveId" clId="{AC6FBA45-B926-4CA8-B9BF-B75426C94014}" dt="2023-11-17T16:13:27.118" v="3760" actId="478"/>
          <ac:spMkLst>
            <pc:docMk/>
            <pc:sldMk cId="4171534639" sldId="291"/>
            <ac:spMk id="18" creationId="{816678BA-6396-E6C4-36CE-DEACC57B6942}"/>
          </ac:spMkLst>
        </pc:spChg>
        <pc:spChg chg="add mod">
          <ac:chgData name="Mohammad Hosein Rabiee" userId="abd3525940ec1412" providerId="LiveId" clId="{AC6FBA45-B926-4CA8-B9BF-B75426C94014}" dt="2023-11-17T16:00:55.476" v="3397" actId="1076"/>
          <ac:spMkLst>
            <pc:docMk/>
            <pc:sldMk cId="4171534639" sldId="291"/>
            <ac:spMk id="19" creationId="{6BD2BF22-C8F6-BDD8-817B-3D5003864A13}"/>
          </ac:spMkLst>
        </pc:spChg>
        <pc:spChg chg="add mod">
          <ac:chgData name="Mohammad Hosein Rabiee" userId="abd3525940ec1412" providerId="LiveId" clId="{AC6FBA45-B926-4CA8-B9BF-B75426C94014}" dt="2023-11-17T16:17:24.604" v="3784" actId="114"/>
          <ac:spMkLst>
            <pc:docMk/>
            <pc:sldMk cId="4171534639" sldId="291"/>
            <ac:spMk id="20" creationId="{70EE094A-B00C-329E-6CE1-0F64D6AC7794}"/>
          </ac:spMkLst>
        </pc:spChg>
        <pc:spChg chg="del mod">
          <ac:chgData name="Mohammad Hosein Rabiee" userId="abd3525940ec1412" providerId="LiveId" clId="{AC6FBA45-B926-4CA8-B9BF-B75426C94014}" dt="2023-11-17T16:13:26.198" v="3759" actId="478"/>
          <ac:spMkLst>
            <pc:docMk/>
            <pc:sldMk cId="4171534639" sldId="291"/>
            <ac:spMk id="21" creationId="{DF9A5312-6676-CAF3-AC25-994D0A4D546F}"/>
          </ac:spMkLst>
        </pc:spChg>
        <pc:spChg chg="add mod">
          <ac:chgData name="Mohammad Hosein Rabiee" userId="abd3525940ec1412" providerId="LiveId" clId="{AC6FBA45-B926-4CA8-B9BF-B75426C94014}" dt="2023-11-17T16:12:17.225" v="3677" actId="1076"/>
          <ac:spMkLst>
            <pc:docMk/>
            <pc:sldMk cId="4171534639" sldId="291"/>
            <ac:spMk id="22" creationId="{FD8AED88-1BE3-1579-A417-E2740FFD2B0F}"/>
          </ac:spMkLst>
        </pc:spChg>
        <pc:spChg chg="del">
          <ac:chgData name="Mohammad Hosein Rabiee" userId="abd3525940ec1412" providerId="LiveId" clId="{AC6FBA45-B926-4CA8-B9BF-B75426C94014}" dt="2023-11-17T16:13:28.186" v="3761" actId="478"/>
          <ac:spMkLst>
            <pc:docMk/>
            <pc:sldMk cId="4171534639" sldId="291"/>
            <ac:spMk id="23" creationId="{04942B70-A4CB-6B9D-6EB4-B3C93B4946E7}"/>
          </ac:spMkLst>
        </pc:spChg>
        <pc:spChg chg="add mod">
          <ac:chgData name="Mohammad Hosein Rabiee" userId="abd3525940ec1412" providerId="LiveId" clId="{AC6FBA45-B926-4CA8-B9BF-B75426C94014}" dt="2023-11-17T16:12:29.054" v="3678" actId="571"/>
          <ac:spMkLst>
            <pc:docMk/>
            <pc:sldMk cId="4171534639" sldId="291"/>
            <ac:spMk id="24" creationId="{525B896E-357C-957C-B55D-172D70955584}"/>
          </ac:spMkLst>
        </pc:spChg>
        <pc:spChg chg="del">
          <ac:chgData name="Mohammad Hosein Rabiee" userId="abd3525940ec1412" providerId="LiveId" clId="{AC6FBA45-B926-4CA8-B9BF-B75426C94014}" dt="2023-11-17T16:13:29.356" v="3762" actId="478"/>
          <ac:spMkLst>
            <pc:docMk/>
            <pc:sldMk cId="4171534639" sldId="291"/>
            <ac:spMk id="25" creationId="{B410FB34-FE62-B141-F0F0-615C29951E8C}"/>
          </ac:spMkLst>
        </pc:spChg>
        <pc:spChg chg="del">
          <ac:chgData name="Mohammad Hosein Rabiee" userId="abd3525940ec1412" providerId="LiveId" clId="{AC6FBA45-B926-4CA8-B9BF-B75426C94014}" dt="2023-11-17T16:13:30.103" v="3763" actId="478"/>
          <ac:spMkLst>
            <pc:docMk/>
            <pc:sldMk cId="4171534639" sldId="291"/>
            <ac:spMk id="26" creationId="{6C5EFAD1-4A5B-02BD-4124-8499D49E07E0}"/>
          </ac:spMkLst>
        </pc:spChg>
        <pc:spChg chg="del">
          <ac:chgData name="Mohammad Hosein Rabiee" userId="abd3525940ec1412" providerId="LiveId" clId="{AC6FBA45-B926-4CA8-B9BF-B75426C94014}" dt="2023-11-17T15:41:24.933" v="3306" actId="478"/>
          <ac:spMkLst>
            <pc:docMk/>
            <pc:sldMk cId="4171534639" sldId="291"/>
            <ac:spMk id="27" creationId="{2523C0B3-49B7-3611-B1AA-3EFD462303F0}"/>
          </ac:spMkLst>
        </pc:spChg>
        <pc:spChg chg="mod">
          <ac:chgData name="Mohammad Hosein Rabiee" userId="abd3525940ec1412" providerId="LiveId" clId="{AC6FBA45-B926-4CA8-B9BF-B75426C94014}" dt="2023-11-17T16:14:12.699" v="3779" actId="1076"/>
          <ac:spMkLst>
            <pc:docMk/>
            <pc:sldMk cId="4171534639" sldId="291"/>
            <ac:spMk id="28" creationId="{78975D28-8FDB-91C9-70BF-59044A8405BA}"/>
          </ac:spMkLst>
        </pc:spChg>
        <pc:spChg chg="add mod">
          <ac:chgData name="Mohammad Hosein Rabiee" userId="abd3525940ec1412" providerId="LiveId" clId="{AC6FBA45-B926-4CA8-B9BF-B75426C94014}" dt="2023-11-17T16:14:09.314" v="3778" actId="1076"/>
          <ac:spMkLst>
            <pc:docMk/>
            <pc:sldMk cId="4171534639" sldId="291"/>
            <ac:spMk id="29" creationId="{4CB8873F-2D00-EB13-1DB2-D82720FA8291}"/>
          </ac:spMkLst>
        </pc:spChg>
        <pc:spChg chg="add mod">
          <ac:chgData name="Mohammad Hosein Rabiee" userId="abd3525940ec1412" providerId="LiveId" clId="{AC6FBA45-B926-4CA8-B9BF-B75426C94014}" dt="2023-11-17T16:14:01.200" v="3777" actId="1076"/>
          <ac:spMkLst>
            <pc:docMk/>
            <pc:sldMk cId="4171534639" sldId="291"/>
            <ac:spMk id="30" creationId="{1EECB667-A262-7B97-7531-735317FA5B8F}"/>
          </ac:spMkLst>
        </pc:spChg>
        <pc:cxnChg chg="add mod">
          <ac:chgData name="Mohammad Hosein Rabiee" userId="abd3525940ec1412" providerId="LiveId" clId="{AC6FBA45-B926-4CA8-B9BF-B75426C94014}" dt="2023-11-17T16:00:55.476" v="3397" actId="1076"/>
          <ac:cxnSpMkLst>
            <pc:docMk/>
            <pc:sldMk cId="4171534639" sldId="291"/>
            <ac:cxnSpMk id="6" creationId="{7632FF34-6EE7-76B0-BB47-C5771D00BDD8}"/>
          </ac:cxnSpMkLst>
        </pc:cxnChg>
        <pc:cxnChg chg="add mod">
          <ac:chgData name="Mohammad Hosein Rabiee" userId="abd3525940ec1412" providerId="LiveId" clId="{AC6FBA45-B926-4CA8-B9BF-B75426C94014}" dt="2023-11-17T16:00:55.476" v="3397" actId="1076"/>
          <ac:cxnSpMkLst>
            <pc:docMk/>
            <pc:sldMk cId="4171534639" sldId="291"/>
            <ac:cxnSpMk id="12" creationId="{BCA97C24-D89C-9D1D-0EA0-271F2C227B95}"/>
          </ac:cxnSpMkLst>
        </pc:cxnChg>
      </pc:sldChg>
      <pc:sldChg chg="new del">
        <pc:chgData name="Mohammad Hosein Rabiee" userId="abd3525940ec1412" providerId="LiveId" clId="{AC6FBA45-B926-4CA8-B9BF-B75426C94014}" dt="2023-11-17T16:14:20.764" v="3780" actId="47"/>
        <pc:sldMkLst>
          <pc:docMk/>
          <pc:sldMk cId="3252133142" sldId="292"/>
        </pc:sldMkLst>
      </pc:sldChg>
      <pc:sldChg chg="addSp delSp modSp add mod ord modAnim">
        <pc:chgData name="Mohammad Hosein Rabiee" userId="abd3525940ec1412" providerId="LiveId" clId="{AC6FBA45-B926-4CA8-B9BF-B75426C94014}" dt="2024-01-04T15:47:38.161" v="4083"/>
        <pc:sldMkLst>
          <pc:docMk/>
          <pc:sldMk cId="3925453282" sldId="292"/>
        </pc:sldMkLst>
        <pc:spChg chg="mod">
          <ac:chgData name="Mohammad Hosein Rabiee" userId="abd3525940ec1412" providerId="LiveId" clId="{AC6FBA45-B926-4CA8-B9BF-B75426C94014}" dt="2023-11-17T16:24:01.264" v="3851" actId="1076"/>
          <ac:spMkLst>
            <pc:docMk/>
            <pc:sldMk cId="3925453282" sldId="292"/>
            <ac:spMk id="2" creationId="{1CC0D34B-ACAB-A030-3A79-663E9F3BF049}"/>
          </ac:spMkLst>
        </pc:spChg>
        <pc:spChg chg="del">
          <ac:chgData name="Mohammad Hosein Rabiee" userId="abd3525940ec1412" providerId="LiveId" clId="{AC6FBA45-B926-4CA8-B9BF-B75426C94014}" dt="2023-11-17T16:20:19.036" v="3843" actId="478"/>
          <ac:spMkLst>
            <pc:docMk/>
            <pc:sldMk cId="3925453282" sldId="292"/>
            <ac:spMk id="4" creationId="{DA4D69CE-1350-9D7F-41DA-E6BC2468E575}"/>
          </ac:spMkLst>
        </pc:spChg>
        <pc:spChg chg="add mod">
          <ac:chgData name="Mohammad Hosein Rabiee" userId="abd3525940ec1412" providerId="LiveId" clId="{AC6FBA45-B926-4CA8-B9BF-B75426C94014}" dt="2023-11-17T16:26:23.833" v="3913" actId="1076"/>
          <ac:spMkLst>
            <pc:docMk/>
            <pc:sldMk cId="3925453282" sldId="292"/>
            <ac:spMk id="5" creationId="{E68A40A7-8207-0843-2D6D-173B053971C0}"/>
          </ac:spMkLst>
        </pc:spChg>
        <pc:spChg chg="del">
          <ac:chgData name="Mohammad Hosein Rabiee" userId="abd3525940ec1412" providerId="LiveId" clId="{AC6FBA45-B926-4CA8-B9BF-B75426C94014}" dt="2023-11-17T16:20:17.828" v="3842" actId="478"/>
          <ac:spMkLst>
            <pc:docMk/>
            <pc:sldMk cId="3925453282" sldId="292"/>
            <ac:spMk id="7" creationId="{D594E597-81C0-13F8-BB7D-D768E6757168}"/>
          </ac:spMkLst>
        </pc:spChg>
        <pc:spChg chg="del">
          <ac:chgData name="Mohammad Hosein Rabiee" userId="abd3525940ec1412" providerId="LiveId" clId="{AC6FBA45-B926-4CA8-B9BF-B75426C94014}" dt="2023-11-17T16:20:16.618" v="3841" actId="478"/>
          <ac:spMkLst>
            <pc:docMk/>
            <pc:sldMk cId="3925453282" sldId="292"/>
            <ac:spMk id="8" creationId="{8B98A402-CE0D-561A-6F92-31A2AA4334F9}"/>
          </ac:spMkLst>
        </pc:spChg>
        <pc:spChg chg="del">
          <ac:chgData name="Mohammad Hosein Rabiee" userId="abd3525940ec1412" providerId="LiveId" clId="{AC6FBA45-B926-4CA8-B9BF-B75426C94014}" dt="2023-11-17T16:20:12.975" v="3838" actId="478"/>
          <ac:spMkLst>
            <pc:docMk/>
            <pc:sldMk cId="3925453282" sldId="292"/>
            <ac:spMk id="9" creationId="{281D6927-BB8D-0727-ADA5-86994A5DD6C7}"/>
          </ac:spMkLst>
        </pc:spChg>
        <pc:spChg chg="del">
          <ac:chgData name="Mohammad Hosein Rabiee" userId="abd3525940ec1412" providerId="LiveId" clId="{AC6FBA45-B926-4CA8-B9BF-B75426C94014}" dt="2023-11-17T16:20:07.050" v="3834" actId="478"/>
          <ac:spMkLst>
            <pc:docMk/>
            <pc:sldMk cId="3925453282" sldId="292"/>
            <ac:spMk id="10" creationId="{0B7CE86F-592A-C9E2-5224-C8D960D5D904}"/>
          </ac:spMkLst>
        </pc:spChg>
        <pc:spChg chg="del">
          <ac:chgData name="Mohammad Hosein Rabiee" userId="abd3525940ec1412" providerId="LiveId" clId="{AC6FBA45-B926-4CA8-B9BF-B75426C94014}" dt="2023-11-17T16:20:15.032" v="3840" actId="478"/>
          <ac:spMkLst>
            <pc:docMk/>
            <pc:sldMk cId="3925453282" sldId="292"/>
            <ac:spMk id="11" creationId="{6FBE96A0-54D3-4508-2176-3CE29460238D}"/>
          </ac:spMkLst>
        </pc:spChg>
        <pc:spChg chg="del">
          <ac:chgData name="Mohammad Hosein Rabiee" userId="abd3525940ec1412" providerId="LiveId" clId="{AC6FBA45-B926-4CA8-B9BF-B75426C94014}" dt="2023-11-17T16:20:09.971" v="3836" actId="478"/>
          <ac:spMkLst>
            <pc:docMk/>
            <pc:sldMk cId="3925453282" sldId="292"/>
            <ac:spMk id="13" creationId="{7286A9BE-50E2-A373-604B-6EAA5FA3E0D1}"/>
          </ac:spMkLst>
        </pc:spChg>
        <pc:spChg chg="del">
          <ac:chgData name="Mohammad Hosein Rabiee" userId="abd3525940ec1412" providerId="LiveId" clId="{AC6FBA45-B926-4CA8-B9BF-B75426C94014}" dt="2023-11-17T16:20:08.339" v="3835" actId="478"/>
          <ac:spMkLst>
            <pc:docMk/>
            <pc:sldMk cId="3925453282" sldId="292"/>
            <ac:spMk id="14" creationId="{B83F4F0A-7D89-DF38-7497-2943FF4EEDAD}"/>
          </ac:spMkLst>
        </pc:spChg>
        <pc:spChg chg="del">
          <ac:chgData name="Mohammad Hosein Rabiee" userId="abd3525940ec1412" providerId="LiveId" clId="{AC6FBA45-B926-4CA8-B9BF-B75426C94014}" dt="2023-11-17T16:20:00.071" v="3829" actId="478"/>
          <ac:spMkLst>
            <pc:docMk/>
            <pc:sldMk cId="3925453282" sldId="292"/>
            <ac:spMk id="15" creationId="{4A686A6A-774D-6199-2009-5BCE6C64D904}"/>
          </ac:spMkLst>
        </pc:spChg>
        <pc:spChg chg="del mod">
          <ac:chgData name="Mohammad Hosein Rabiee" userId="abd3525940ec1412" providerId="LiveId" clId="{AC6FBA45-B926-4CA8-B9BF-B75426C94014}" dt="2023-11-17T16:20:05.923" v="3833" actId="478"/>
          <ac:spMkLst>
            <pc:docMk/>
            <pc:sldMk cId="3925453282" sldId="292"/>
            <ac:spMk id="16" creationId="{2D8F1277-220E-A541-BC0D-062F4F992690}"/>
          </ac:spMkLst>
        </pc:spChg>
        <pc:spChg chg="del">
          <ac:chgData name="Mohammad Hosein Rabiee" userId="abd3525940ec1412" providerId="LiveId" clId="{AC6FBA45-B926-4CA8-B9BF-B75426C94014}" dt="2023-11-17T16:20:02.977" v="3831" actId="478"/>
          <ac:spMkLst>
            <pc:docMk/>
            <pc:sldMk cId="3925453282" sldId="292"/>
            <ac:spMk id="18" creationId="{816678BA-6396-E6C4-36CE-DEACC57B6942}"/>
          </ac:spMkLst>
        </pc:spChg>
        <pc:spChg chg="del">
          <ac:chgData name="Mohammad Hosein Rabiee" userId="abd3525940ec1412" providerId="LiveId" clId="{AC6FBA45-B926-4CA8-B9BF-B75426C94014}" dt="2023-11-17T16:20:01.795" v="3830" actId="478"/>
          <ac:spMkLst>
            <pc:docMk/>
            <pc:sldMk cId="3925453282" sldId="292"/>
            <ac:spMk id="21" creationId="{DF9A5312-6676-CAF3-AC25-994D0A4D546F}"/>
          </ac:spMkLst>
        </pc:spChg>
        <pc:spChg chg="del mod">
          <ac:chgData name="Mohammad Hosein Rabiee" userId="abd3525940ec1412" providerId="LiveId" clId="{AC6FBA45-B926-4CA8-B9BF-B75426C94014}" dt="2023-11-17T16:19:59.204" v="3828" actId="478"/>
          <ac:spMkLst>
            <pc:docMk/>
            <pc:sldMk cId="3925453282" sldId="292"/>
            <ac:spMk id="23" creationId="{04942B70-A4CB-6B9D-6EB4-B3C93B4946E7}"/>
          </ac:spMkLst>
        </pc:spChg>
        <pc:spChg chg="del">
          <ac:chgData name="Mohammad Hosein Rabiee" userId="abd3525940ec1412" providerId="LiveId" clId="{AC6FBA45-B926-4CA8-B9BF-B75426C94014}" dt="2023-11-17T16:19:51.080" v="3824" actId="478"/>
          <ac:spMkLst>
            <pc:docMk/>
            <pc:sldMk cId="3925453282" sldId="292"/>
            <ac:spMk id="25" creationId="{B410FB34-FE62-B141-F0F0-615C29951E8C}"/>
          </ac:spMkLst>
        </pc:spChg>
        <pc:spChg chg="del">
          <ac:chgData name="Mohammad Hosein Rabiee" userId="abd3525940ec1412" providerId="LiveId" clId="{AC6FBA45-B926-4CA8-B9BF-B75426C94014}" dt="2023-11-17T16:19:57.880" v="3826" actId="478"/>
          <ac:spMkLst>
            <pc:docMk/>
            <pc:sldMk cId="3925453282" sldId="292"/>
            <ac:spMk id="26" creationId="{6C5EFAD1-4A5B-02BD-4124-8499D49E07E0}"/>
          </ac:spMkLst>
        </pc:spChg>
        <pc:spChg chg="del">
          <ac:chgData name="Mohammad Hosein Rabiee" userId="abd3525940ec1412" providerId="LiveId" clId="{AC6FBA45-B926-4CA8-B9BF-B75426C94014}" dt="2023-11-17T16:20:13.853" v="3839" actId="478"/>
          <ac:spMkLst>
            <pc:docMk/>
            <pc:sldMk cId="3925453282" sldId="292"/>
            <ac:spMk id="27" creationId="{2523C0B3-49B7-3611-B1AA-3EFD462303F0}"/>
          </ac:spMkLst>
        </pc:spChg>
        <pc:spChg chg="del">
          <ac:chgData name="Mohammad Hosein Rabiee" userId="abd3525940ec1412" providerId="LiveId" clId="{AC6FBA45-B926-4CA8-B9BF-B75426C94014}" dt="2023-11-17T16:20:11.408" v="3837" actId="478"/>
          <ac:spMkLst>
            <pc:docMk/>
            <pc:sldMk cId="3925453282" sldId="292"/>
            <ac:spMk id="28" creationId="{78975D28-8FDB-91C9-70BF-59044A8405BA}"/>
          </ac:spMkLst>
        </pc:spChg>
        <pc:picChg chg="add mod">
          <ac:chgData name="Mohammad Hosein Rabiee" userId="abd3525940ec1412" providerId="LiveId" clId="{AC6FBA45-B926-4CA8-B9BF-B75426C94014}" dt="2023-11-17T16:26:26.040" v="3914" actId="1076"/>
          <ac:picMkLst>
            <pc:docMk/>
            <pc:sldMk cId="3925453282" sldId="292"/>
            <ac:picMk id="12" creationId="{7DBCB76D-2511-97CE-EA2D-89A9598E0D2E}"/>
          </ac:picMkLst>
        </pc:picChg>
      </pc:sldChg>
      <pc:sldChg chg="new del">
        <pc:chgData name="Mohammad Hosein Rabiee" userId="abd3525940ec1412" providerId="LiveId" clId="{AC6FBA45-B926-4CA8-B9BF-B75426C94014}" dt="2023-11-17T17:00:20.440" v="4001" actId="47"/>
        <pc:sldMkLst>
          <pc:docMk/>
          <pc:sldMk cId="4170417440" sldId="293"/>
        </pc:sldMkLst>
      </pc:sldChg>
      <pc:sldChg chg="addSp delSp modSp add mod ord modClrScheme chgLayout">
        <pc:chgData name="Mohammad Hosein Rabiee" userId="abd3525940ec1412" providerId="LiveId" clId="{AC6FBA45-B926-4CA8-B9BF-B75426C94014}" dt="2024-01-04T13:16:27.192" v="4029"/>
        <pc:sldMkLst>
          <pc:docMk/>
          <pc:sldMk cId="3304415727" sldId="294"/>
        </pc:sldMkLst>
        <pc:spChg chg="del mod">
          <ac:chgData name="Mohammad Hosein Rabiee" userId="abd3525940ec1412" providerId="LiveId" clId="{AC6FBA45-B926-4CA8-B9BF-B75426C94014}" dt="2023-11-17T16:58:20.310" v="3962" actId="478"/>
          <ac:spMkLst>
            <pc:docMk/>
            <pc:sldMk cId="3304415727" sldId="294"/>
            <ac:spMk id="3" creationId="{CA35509B-82C0-DA24-9D7A-D22420BF61D0}"/>
          </ac:spMkLst>
        </pc:spChg>
        <pc:spChg chg="del mod">
          <ac:chgData name="Mohammad Hosein Rabiee" userId="abd3525940ec1412" providerId="LiveId" clId="{AC6FBA45-B926-4CA8-B9BF-B75426C94014}" dt="2023-11-17T16:53:05.465" v="3948" actId="478"/>
          <ac:spMkLst>
            <pc:docMk/>
            <pc:sldMk cId="3304415727" sldId="294"/>
            <ac:spMk id="6" creationId="{196F3BF7-3D46-CD64-99CE-AF65ED3D5993}"/>
          </ac:spMkLst>
        </pc:spChg>
        <pc:spChg chg="del">
          <ac:chgData name="Mohammad Hosein Rabiee" userId="abd3525940ec1412" providerId="LiveId" clId="{AC6FBA45-B926-4CA8-B9BF-B75426C94014}" dt="2023-11-17T16:52:57.377" v="3946" actId="478"/>
          <ac:spMkLst>
            <pc:docMk/>
            <pc:sldMk cId="3304415727" sldId="294"/>
            <ac:spMk id="7" creationId="{3EDFFD0F-3225-4D1E-556F-FF5FB8928C33}"/>
          </ac:spMkLst>
        </pc:spChg>
        <pc:spChg chg="add mod">
          <ac:chgData name="Mohammad Hosein Rabiee" userId="abd3525940ec1412" providerId="LiveId" clId="{AC6FBA45-B926-4CA8-B9BF-B75426C94014}" dt="2023-11-17T17:00:17.319" v="4000" actId="1076"/>
          <ac:spMkLst>
            <pc:docMk/>
            <pc:sldMk cId="3304415727" sldId="294"/>
            <ac:spMk id="10" creationId="{1E064DEC-75D6-4A66-3E43-6070DE42BAF1}"/>
          </ac:spMkLst>
        </pc:spChg>
        <pc:picChg chg="add mod">
          <ac:chgData name="Mohammad Hosein Rabiee" userId="abd3525940ec1412" providerId="LiveId" clId="{AC6FBA45-B926-4CA8-B9BF-B75426C94014}" dt="2023-11-17T16:58:36.885" v="3967" actId="1076"/>
          <ac:picMkLst>
            <pc:docMk/>
            <pc:sldMk cId="3304415727" sldId="294"/>
            <ac:picMk id="4" creationId="{81E8038E-EB9A-1AB5-D6D0-ACEBC82C2DA0}"/>
          </ac:picMkLst>
        </pc:picChg>
        <pc:picChg chg="del">
          <ac:chgData name="Mohammad Hosein Rabiee" userId="abd3525940ec1412" providerId="LiveId" clId="{AC6FBA45-B926-4CA8-B9BF-B75426C94014}" dt="2023-11-17T16:52:54.633" v="3945" actId="478"/>
          <ac:picMkLst>
            <pc:docMk/>
            <pc:sldMk cId="3304415727" sldId="294"/>
            <ac:picMk id="5" creationId="{31A9D1EB-EE9C-F141-86EA-17AE1371B73E}"/>
          </ac:picMkLst>
        </pc:picChg>
        <pc:picChg chg="add mod">
          <ac:chgData name="Mohammad Hosein Rabiee" userId="abd3525940ec1412" providerId="LiveId" clId="{AC6FBA45-B926-4CA8-B9BF-B75426C94014}" dt="2023-11-17T16:58:34.725" v="3966" actId="1076"/>
          <ac:picMkLst>
            <pc:docMk/>
            <pc:sldMk cId="3304415727" sldId="294"/>
            <ac:picMk id="9" creationId="{A68A51D6-876A-E588-BBF8-46EED1EE8739}"/>
          </ac:picMkLst>
        </pc:picChg>
      </pc:sldChg>
      <pc:sldMasterChg chg="delSldLayout">
        <pc:chgData name="Mohammad Hosein Rabiee" userId="abd3525940ec1412" providerId="LiveId" clId="{AC6FBA45-B926-4CA8-B9BF-B75426C94014}" dt="2024-01-04T13:16:16.864" v="4027" actId="2696"/>
        <pc:sldMasterMkLst>
          <pc:docMk/>
          <pc:sldMasterMk cId="0" sldId="2147483670"/>
        </pc:sldMasterMkLst>
        <pc:sldLayoutChg chg="del">
          <pc:chgData name="Mohammad Hosein Rabiee" userId="abd3525940ec1412" providerId="LiveId" clId="{AC6FBA45-B926-4CA8-B9BF-B75426C94014}" dt="2024-01-04T13:15:29.569" v="4020" actId="47"/>
          <pc:sldLayoutMkLst>
            <pc:docMk/>
            <pc:sldMasterMk cId="0" sldId="2147483670"/>
            <pc:sldLayoutMk cId="0" sldId="2147483653"/>
          </pc:sldLayoutMkLst>
        </pc:sldLayoutChg>
        <pc:sldLayoutChg chg="del">
          <pc:chgData name="Mohammad Hosein Rabiee" userId="abd3525940ec1412" providerId="LiveId" clId="{AC6FBA45-B926-4CA8-B9BF-B75426C94014}" dt="2024-01-04T13:15:30.832" v="4021" actId="47"/>
          <pc:sldLayoutMkLst>
            <pc:docMk/>
            <pc:sldMasterMk cId="0" sldId="2147483670"/>
            <pc:sldLayoutMk cId="0" sldId="2147483660"/>
          </pc:sldLayoutMkLst>
        </pc:sldLayoutChg>
        <pc:sldLayoutChg chg="del">
          <pc:chgData name="Mohammad Hosein Rabiee" userId="abd3525940ec1412" providerId="LiveId" clId="{AC6FBA45-B926-4CA8-B9BF-B75426C94014}" dt="2024-01-04T13:15:28.664" v="4019" actId="47"/>
          <pc:sldLayoutMkLst>
            <pc:docMk/>
            <pc:sldMasterMk cId="0" sldId="2147483670"/>
            <pc:sldLayoutMk cId="0" sldId="2147483661"/>
          </pc:sldLayoutMkLst>
        </pc:sldLayoutChg>
        <pc:sldLayoutChg chg="del">
          <pc:chgData name="Mohammad Hosein Rabiee" userId="abd3525940ec1412" providerId="LiveId" clId="{AC6FBA45-B926-4CA8-B9BF-B75426C94014}" dt="2024-01-04T13:15:25.941" v="4016" actId="47"/>
          <pc:sldLayoutMkLst>
            <pc:docMk/>
            <pc:sldMasterMk cId="0" sldId="2147483670"/>
            <pc:sldLayoutMk cId="0" sldId="2147483663"/>
          </pc:sldLayoutMkLst>
        </pc:sldLayoutChg>
        <pc:sldLayoutChg chg="del">
          <pc:chgData name="Mohammad Hosein Rabiee" userId="abd3525940ec1412" providerId="LiveId" clId="{AC6FBA45-B926-4CA8-B9BF-B75426C94014}" dt="2024-01-04T13:15:24.732" v="4015" actId="47"/>
          <pc:sldLayoutMkLst>
            <pc:docMk/>
            <pc:sldMasterMk cId="0" sldId="2147483670"/>
            <pc:sldLayoutMk cId="0" sldId="2147483664"/>
          </pc:sldLayoutMkLst>
        </pc:sldLayoutChg>
        <pc:sldLayoutChg chg="del">
          <pc:chgData name="Mohammad Hosein Rabiee" userId="abd3525940ec1412" providerId="LiveId" clId="{AC6FBA45-B926-4CA8-B9BF-B75426C94014}" dt="2024-01-04T13:16:16.864" v="4027" actId="2696"/>
          <pc:sldLayoutMkLst>
            <pc:docMk/>
            <pc:sldMasterMk cId="0" sldId="2147483670"/>
            <pc:sldLayoutMk cId="0" sldId="2147483665"/>
          </pc:sldLayoutMkLst>
        </pc:sldLayoutChg>
      </pc:sldMasterChg>
      <pc:sldMasterChg chg="del delSldLayout">
        <pc:chgData name="Mohammad Hosein Rabiee" userId="abd3525940ec1412" providerId="LiveId" clId="{AC6FBA45-B926-4CA8-B9BF-B75426C94014}" dt="2024-01-04T13:15:23.004" v="4013" actId="47"/>
        <pc:sldMasterMkLst>
          <pc:docMk/>
          <pc:sldMasterMk cId="0" sldId="2147483671"/>
        </pc:sldMasterMkLst>
        <pc:sldLayoutChg chg="del">
          <pc:chgData name="Mohammad Hosein Rabiee" userId="abd3525940ec1412" providerId="LiveId" clId="{AC6FBA45-B926-4CA8-B9BF-B75426C94014}" dt="2024-01-04T13:15:23.004" v="4013" actId="47"/>
          <pc:sldLayoutMkLst>
            <pc:docMk/>
            <pc:sldMasterMk cId="0" sldId="2147483671"/>
            <pc:sldLayoutMk cId="0" sldId="2147483669"/>
          </pc:sldLayoutMkLst>
        </pc:sldLayoutChg>
      </pc:sldMasterChg>
    </pc:docChg>
  </pc:docChgLst>
  <pc:docChgLst>
    <pc:chgData name="Guest User" providerId="Windows Live" clId="Web-{7E19324B-7A3C-4154-91BE-F896C7CB5DD0}"/>
    <pc:docChg chg="modSld">
      <pc:chgData name="Guest User" userId="" providerId="Windows Live" clId="Web-{7E19324B-7A3C-4154-91BE-F896C7CB5DD0}" dt="2023-11-15T20:32:51.414" v="0" actId="20577"/>
      <pc:docMkLst>
        <pc:docMk/>
      </pc:docMkLst>
      <pc:sldChg chg="modSp">
        <pc:chgData name="Guest User" userId="" providerId="Windows Live" clId="Web-{7E19324B-7A3C-4154-91BE-F896C7CB5DD0}" dt="2023-11-15T20:32:51.414" v="0" actId="20577"/>
        <pc:sldMkLst>
          <pc:docMk/>
          <pc:sldMk cId="0" sldId="256"/>
        </pc:sldMkLst>
        <pc:spChg chg="mod">
          <ac:chgData name="Guest User" userId="" providerId="Windows Live" clId="Web-{7E19324B-7A3C-4154-91BE-F896C7CB5DD0}" dt="2023-11-15T20:32:51.414" v="0" actId="20577"/>
          <ac:spMkLst>
            <pc:docMk/>
            <pc:sldMk cId="0" sldId="256"/>
            <ac:spMk id="322" creationId="{00000000-0000-0000-0000-000000000000}"/>
          </ac:spMkLst>
        </pc:spChg>
      </pc:sldChg>
    </pc:docChg>
  </pc:docChgLst>
  <pc:docChgLst>
    <pc:chgData name="York Citynew" userId="788dd143c5a18d66" providerId="LiveId" clId="{192AE79D-1377-4A30-A79A-2F5A618EEB6B}"/>
    <pc:docChg chg="undo redo custSel addSld modSld">
      <pc:chgData name="York Citynew" userId="788dd143c5a18d66" providerId="LiveId" clId="{192AE79D-1377-4A30-A79A-2F5A618EEB6B}" dt="2024-01-04T18:13:01.532" v="511" actId="20577"/>
      <pc:docMkLst>
        <pc:docMk/>
      </pc:docMkLst>
      <pc:sldChg chg="mod modShow">
        <pc:chgData name="York Citynew" userId="788dd143c5a18d66" providerId="LiveId" clId="{192AE79D-1377-4A30-A79A-2F5A618EEB6B}" dt="2023-12-29T06:20:42.141" v="0" actId="729"/>
        <pc:sldMkLst>
          <pc:docMk/>
          <pc:sldMk cId="0" sldId="259"/>
        </pc:sldMkLst>
      </pc:sldChg>
      <pc:sldChg chg="mod modShow">
        <pc:chgData name="York Citynew" userId="788dd143c5a18d66" providerId="LiveId" clId="{192AE79D-1377-4A30-A79A-2F5A618EEB6B}" dt="2023-12-29T06:20:51.970" v="1" actId="729"/>
        <pc:sldMkLst>
          <pc:docMk/>
          <pc:sldMk cId="107498872" sldId="276"/>
        </pc:sldMkLst>
      </pc:sldChg>
      <pc:sldChg chg="addSp delSp mod modShow">
        <pc:chgData name="York Citynew" userId="788dd143c5a18d66" providerId="LiveId" clId="{192AE79D-1377-4A30-A79A-2F5A618EEB6B}" dt="2024-01-04T17:36:19.937" v="420" actId="9405"/>
        <pc:sldMkLst>
          <pc:docMk/>
          <pc:sldMk cId="2104080283" sldId="277"/>
        </pc:sldMkLst>
        <pc:inkChg chg="add del">
          <ac:chgData name="York Citynew" userId="788dd143c5a18d66" providerId="LiveId" clId="{192AE79D-1377-4A30-A79A-2F5A618EEB6B}" dt="2024-01-04T17:36:19.937" v="420" actId="9405"/>
          <ac:inkMkLst>
            <pc:docMk/>
            <pc:sldMk cId="2104080283" sldId="277"/>
            <ac:inkMk id="8" creationId="{4E186019-9E8F-9525-4A2F-A1777729C399}"/>
          </ac:inkMkLst>
        </pc:inkChg>
      </pc:sldChg>
      <pc:sldChg chg="addSp delSp mod">
        <pc:chgData name="York Citynew" userId="788dd143c5a18d66" providerId="LiveId" clId="{192AE79D-1377-4A30-A79A-2F5A618EEB6B}" dt="2024-01-04T17:28:31.208" v="418" actId="9405"/>
        <pc:sldMkLst>
          <pc:docMk/>
          <pc:sldMk cId="3166828311" sldId="278"/>
        </pc:sldMkLst>
        <pc:inkChg chg="add del">
          <ac:chgData name="York Citynew" userId="788dd143c5a18d66" providerId="LiveId" clId="{192AE79D-1377-4A30-A79A-2F5A618EEB6B}" dt="2024-01-04T17:27:05.038" v="408" actId="9405"/>
          <ac:inkMkLst>
            <pc:docMk/>
            <pc:sldMk cId="3166828311" sldId="278"/>
            <ac:inkMk id="2" creationId="{35ED42C5-889A-BEDC-57DA-60DDBE11E66F}"/>
          </ac:inkMkLst>
        </pc:inkChg>
        <pc:inkChg chg="add del">
          <ac:chgData name="York Citynew" userId="788dd143c5a18d66" providerId="LiveId" clId="{192AE79D-1377-4A30-A79A-2F5A618EEB6B}" dt="2024-01-04T17:28:31.208" v="418" actId="9405"/>
          <ac:inkMkLst>
            <pc:docMk/>
            <pc:sldMk cId="3166828311" sldId="278"/>
            <ac:inkMk id="3" creationId="{86C10C60-2893-CA38-BA16-67E5C9544D84}"/>
          </ac:inkMkLst>
        </pc:inkChg>
        <pc:inkChg chg="add del">
          <ac:chgData name="York Citynew" userId="788dd143c5a18d66" providerId="LiveId" clId="{192AE79D-1377-4A30-A79A-2F5A618EEB6B}" dt="2024-01-04T17:28:30.922" v="417" actId="9405"/>
          <ac:inkMkLst>
            <pc:docMk/>
            <pc:sldMk cId="3166828311" sldId="278"/>
            <ac:inkMk id="4" creationId="{92E21D7F-BAD1-576D-BC16-7707A9EED6EC}"/>
          </ac:inkMkLst>
        </pc:inkChg>
        <pc:inkChg chg="add del">
          <ac:chgData name="York Citynew" userId="788dd143c5a18d66" providerId="LiveId" clId="{192AE79D-1377-4A30-A79A-2F5A618EEB6B}" dt="2024-01-04T17:27:23.288" v="412" actId="9405"/>
          <ac:inkMkLst>
            <pc:docMk/>
            <pc:sldMk cId="3166828311" sldId="278"/>
            <ac:inkMk id="5" creationId="{37E895B3-A4EF-7886-3DD1-89CAE7969882}"/>
          </ac:inkMkLst>
        </pc:inkChg>
        <pc:inkChg chg="add del">
          <ac:chgData name="York Citynew" userId="788dd143c5a18d66" providerId="LiveId" clId="{192AE79D-1377-4A30-A79A-2F5A618EEB6B}" dt="2024-01-04T17:28:30.605" v="416" actId="9405"/>
          <ac:inkMkLst>
            <pc:docMk/>
            <pc:sldMk cId="3166828311" sldId="278"/>
            <ac:inkMk id="10" creationId="{521C605B-B880-EF33-F659-87921F71177D}"/>
          </ac:inkMkLst>
        </pc:inkChg>
        <pc:inkChg chg="add del">
          <ac:chgData name="York Citynew" userId="788dd143c5a18d66" providerId="LiveId" clId="{192AE79D-1377-4A30-A79A-2F5A618EEB6B}" dt="2024-01-04T17:28:30.428" v="415" actId="9405"/>
          <ac:inkMkLst>
            <pc:docMk/>
            <pc:sldMk cId="3166828311" sldId="278"/>
            <ac:inkMk id="23" creationId="{2A28D6AC-CFBB-E940-6A6C-FF32DDCEEA1C}"/>
          </ac:inkMkLst>
        </pc:inkChg>
      </pc:sldChg>
      <pc:sldChg chg="addSp delSp modSp mod modNotesTx">
        <pc:chgData name="York Citynew" userId="788dd143c5a18d66" providerId="LiveId" clId="{192AE79D-1377-4A30-A79A-2F5A618EEB6B}" dt="2023-12-29T07:16:20.168" v="276" actId="20577"/>
        <pc:sldMkLst>
          <pc:docMk/>
          <pc:sldMk cId="3491389388" sldId="279"/>
        </pc:sldMkLst>
        <pc:spChg chg="mod modVis">
          <ac:chgData name="York Citynew" userId="788dd143c5a18d66" providerId="LiveId" clId="{192AE79D-1377-4A30-A79A-2F5A618EEB6B}" dt="2023-12-29T06:54:42.688" v="208" actId="1076"/>
          <ac:spMkLst>
            <pc:docMk/>
            <pc:sldMk cId="3491389388" sldId="279"/>
            <ac:spMk id="2" creationId="{D5EEB816-D43B-BB24-869A-791C8ED1F301}"/>
          </ac:spMkLst>
        </pc:spChg>
        <pc:spChg chg="del mod modVis">
          <ac:chgData name="York Citynew" userId="788dd143c5a18d66" providerId="LiveId" clId="{192AE79D-1377-4A30-A79A-2F5A618EEB6B}" dt="2023-12-29T06:51:59.751" v="184" actId="21"/>
          <ac:spMkLst>
            <pc:docMk/>
            <pc:sldMk cId="3491389388" sldId="279"/>
            <ac:spMk id="3" creationId="{D539617F-4A43-33C5-6633-49CF1A8188A1}"/>
          </ac:spMkLst>
        </pc:spChg>
        <pc:spChg chg="add del mod">
          <ac:chgData name="York Citynew" userId="788dd143c5a18d66" providerId="LiveId" clId="{192AE79D-1377-4A30-A79A-2F5A618EEB6B}" dt="2023-12-29T06:31:14.141" v="6"/>
          <ac:spMkLst>
            <pc:docMk/>
            <pc:sldMk cId="3491389388" sldId="279"/>
            <ac:spMk id="4" creationId="{1D84CFD5-D1F0-911F-76F7-0AE641A78F88}"/>
          </ac:spMkLst>
        </pc:spChg>
        <pc:spChg chg="add mod modVis">
          <ac:chgData name="York Citynew" userId="788dd143c5a18d66" providerId="LiveId" clId="{192AE79D-1377-4A30-A79A-2F5A618EEB6B}" dt="2023-12-29T07:08:34.969" v="252" actId="20577"/>
          <ac:spMkLst>
            <pc:docMk/>
            <pc:sldMk cId="3491389388" sldId="279"/>
            <ac:spMk id="5" creationId="{C7359CB2-9761-C9E9-A7D6-550C9E1635E5}"/>
          </ac:spMkLst>
        </pc:spChg>
        <pc:spChg chg="del mod">
          <ac:chgData name="York Citynew" userId="788dd143c5a18d66" providerId="LiveId" clId="{192AE79D-1377-4A30-A79A-2F5A618EEB6B}" dt="2023-12-29T06:51:59.751" v="184" actId="21"/>
          <ac:spMkLst>
            <pc:docMk/>
            <pc:sldMk cId="3491389388" sldId="279"/>
            <ac:spMk id="8" creationId="{AA662183-47FF-EAB7-283E-E0BF563B970E}"/>
          </ac:spMkLst>
        </pc:spChg>
        <pc:spChg chg="mod">
          <ac:chgData name="York Citynew" userId="788dd143c5a18d66" providerId="LiveId" clId="{192AE79D-1377-4A30-A79A-2F5A618EEB6B}" dt="2023-12-29T06:51:32.194" v="182" actId="164"/>
          <ac:spMkLst>
            <pc:docMk/>
            <pc:sldMk cId="3491389388" sldId="279"/>
            <ac:spMk id="9" creationId="{448B07AD-3C1A-9621-A217-D601508D1510}"/>
          </ac:spMkLst>
        </pc:spChg>
        <pc:spChg chg="mod modVis">
          <ac:chgData name="York Citynew" userId="788dd143c5a18d66" providerId="LiveId" clId="{192AE79D-1377-4A30-A79A-2F5A618EEB6B}" dt="2023-12-29T06:51:45.220" v="183" actId="164"/>
          <ac:spMkLst>
            <pc:docMk/>
            <pc:sldMk cId="3491389388" sldId="279"/>
            <ac:spMk id="10" creationId="{3B5FA832-F1D0-1294-D795-CDE97F08D58A}"/>
          </ac:spMkLst>
        </pc:spChg>
        <pc:spChg chg="add del mod">
          <ac:chgData name="York Citynew" userId="788dd143c5a18d66" providerId="LiveId" clId="{192AE79D-1377-4A30-A79A-2F5A618EEB6B}" dt="2023-12-29T06:52:05.377" v="185" actId="478"/>
          <ac:spMkLst>
            <pc:docMk/>
            <pc:sldMk cId="3491389388" sldId="279"/>
            <ac:spMk id="16" creationId="{78371208-A224-BDFB-A745-A4355FBCD7BF}"/>
          </ac:spMkLst>
        </pc:spChg>
        <pc:spChg chg="add mod">
          <ac:chgData name="York Citynew" userId="788dd143c5a18d66" providerId="LiveId" clId="{192AE79D-1377-4A30-A79A-2F5A618EEB6B}" dt="2023-12-29T07:08:09.930" v="247" actId="1076"/>
          <ac:spMkLst>
            <pc:docMk/>
            <pc:sldMk cId="3491389388" sldId="279"/>
            <ac:spMk id="17" creationId="{136AB8C4-74CD-D0C4-59B1-0CED63E13729}"/>
          </ac:spMkLst>
        </pc:spChg>
        <pc:spChg chg="add mod">
          <ac:chgData name="York Citynew" userId="788dd143c5a18d66" providerId="LiveId" clId="{192AE79D-1377-4A30-A79A-2F5A618EEB6B}" dt="2023-12-29T07:08:09.930" v="247" actId="1076"/>
          <ac:spMkLst>
            <pc:docMk/>
            <pc:sldMk cId="3491389388" sldId="279"/>
            <ac:spMk id="18" creationId="{857B677A-2B3C-F41D-C814-F1F7FDD218E4}"/>
          </ac:spMkLst>
        </pc:spChg>
        <pc:spChg chg="mod">
          <ac:chgData name="York Citynew" userId="788dd143c5a18d66" providerId="LiveId" clId="{192AE79D-1377-4A30-A79A-2F5A618EEB6B}" dt="2023-12-29T06:53:03.449" v="194" actId="255"/>
          <ac:spMkLst>
            <pc:docMk/>
            <pc:sldMk cId="3491389388" sldId="279"/>
            <ac:spMk id="20" creationId="{716D06E4-9505-C0B5-CBC5-BF319A83DCEF}"/>
          </ac:spMkLst>
        </pc:spChg>
        <pc:spChg chg="mod">
          <ac:chgData name="York Citynew" userId="788dd143c5a18d66" providerId="LiveId" clId="{192AE79D-1377-4A30-A79A-2F5A618EEB6B}" dt="2023-12-29T06:53:03.449" v="194" actId="255"/>
          <ac:spMkLst>
            <pc:docMk/>
            <pc:sldMk cId="3491389388" sldId="279"/>
            <ac:spMk id="26" creationId="{6723972E-53BF-0667-9528-CF7640D9BF79}"/>
          </ac:spMkLst>
        </pc:spChg>
        <pc:spChg chg="add mod">
          <ac:chgData name="York Citynew" userId="788dd143c5a18d66" providerId="LiveId" clId="{192AE79D-1377-4A30-A79A-2F5A618EEB6B}" dt="2023-12-29T07:08:47.256" v="255" actId="20577"/>
          <ac:spMkLst>
            <pc:docMk/>
            <pc:sldMk cId="3491389388" sldId="279"/>
            <ac:spMk id="33" creationId="{CA2C7613-E803-956C-9622-D686A832444C}"/>
          </ac:spMkLst>
        </pc:spChg>
        <pc:grpChg chg="add del mod">
          <ac:chgData name="York Citynew" userId="788dd143c5a18d66" providerId="LiveId" clId="{192AE79D-1377-4A30-A79A-2F5A618EEB6B}" dt="2023-12-29T06:51:59.751" v="184" actId="21"/>
          <ac:grpSpMkLst>
            <pc:docMk/>
            <pc:sldMk cId="3491389388" sldId="279"/>
            <ac:grpSpMk id="13" creationId="{8CAE2BCC-A822-ADC6-4B2F-62C675F29038}"/>
          </ac:grpSpMkLst>
        </pc:grpChg>
        <pc:grpChg chg="add del mod">
          <ac:chgData name="York Citynew" userId="788dd143c5a18d66" providerId="LiveId" clId="{192AE79D-1377-4A30-A79A-2F5A618EEB6B}" dt="2023-12-29T06:51:59.751" v="184" actId="21"/>
          <ac:grpSpMkLst>
            <pc:docMk/>
            <pc:sldMk cId="3491389388" sldId="279"/>
            <ac:grpSpMk id="14" creationId="{744AEF39-1306-F722-0AC1-AF9B644CFD58}"/>
          </ac:grpSpMkLst>
        </pc:grpChg>
        <pc:grpChg chg="add mod">
          <ac:chgData name="York Citynew" userId="788dd143c5a18d66" providerId="LiveId" clId="{192AE79D-1377-4A30-A79A-2F5A618EEB6B}" dt="2023-12-29T07:08:09.930" v="247" actId="1076"/>
          <ac:grpSpMkLst>
            <pc:docMk/>
            <pc:sldMk cId="3491389388" sldId="279"/>
            <ac:grpSpMk id="19" creationId="{3D5D948D-5226-559F-E3F7-B32FD5507625}"/>
          </ac:grpSpMkLst>
        </pc:grpChg>
        <pc:grpChg chg="add mod">
          <ac:chgData name="York Citynew" userId="788dd143c5a18d66" providerId="LiveId" clId="{192AE79D-1377-4A30-A79A-2F5A618EEB6B}" dt="2023-12-29T07:08:09.930" v="247" actId="1076"/>
          <ac:grpSpMkLst>
            <pc:docMk/>
            <pc:sldMk cId="3491389388" sldId="279"/>
            <ac:grpSpMk id="23" creationId="{D2ECA644-54AF-D895-1D17-5846BB41B025}"/>
          </ac:grpSpMkLst>
        </pc:grpChg>
        <pc:grpChg chg="del mod modVis">
          <ac:chgData name="York Citynew" userId="788dd143c5a18d66" providerId="LiveId" clId="{192AE79D-1377-4A30-A79A-2F5A618EEB6B}" dt="2023-12-29T06:34:49.153" v="31" actId="165"/>
          <ac:grpSpMkLst>
            <pc:docMk/>
            <pc:sldMk cId="3491389388" sldId="279"/>
            <ac:grpSpMk id="27" creationId="{5631E82F-AF31-5315-95CF-D88729FB12E7}"/>
          </ac:grpSpMkLst>
        </pc:grpChg>
        <pc:grpChg chg="del mod modVis">
          <ac:chgData name="York Citynew" userId="788dd143c5a18d66" providerId="LiveId" clId="{192AE79D-1377-4A30-A79A-2F5A618EEB6B}" dt="2023-12-29T06:34:49.153" v="31" actId="165"/>
          <ac:grpSpMkLst>
            <pc:docMk/>
            <pc:sldMk cId="3491389388" sldId="279"/>
            <ac:grpSpMk id="28" creationId="{7DC46E0F-BB27-76E3-2088-F20CB7DF9331}"/>
          </ac:grpSpMkLst>
        </pc:grpChg>
        <pc:inkChg chg="add del">
          <ac:chgData name="York Citynew" userId="788dd143c5a18d66" providerId="LiveId" clId="{192AE79D-1377-4A30-A79A-2F5A618EEB6B}" dt="2023-12-29T06:49:36.638" v="176" actId="9405"/>
          <ac:inkMkLst>
            <pc:docMk/>
            <pc:sldMk cId="3491389388" sldId="279"/>
            <ac:inkMk id="6" creationId="{7B4A1EC6-5F11-A4D7-DAE3-F77FD7CE8983}"/>
          </ac:inkMkLst>
        </pc:inkChg>
        <pc:cxnChg chg="add del mod">
          <ac:chgData name="York Citynew" userId="788dd143c5a18d66" providerId="LiveId" clId="{192AE79D-1377-4A30-A79A-2F5A618EEB6B}" dt="2023-12-29T06:50:13.046" v="180" actId="11529"/>
          <ac:cxnSpMkLst>
            <pc:docMk/>
            <pc:sldMk cId="3491389388" sldId="279"/>
            <ac:cxnSpMk id="11" creationId="{611CFD26-A2D8-BEF0-8934-32539ECAAEE1}"/>
          </ac:cxnSpMkLst>
        </pc:cxnChg>
        <pc:cxnChg chg="mod">
          <ac:chgData name="York Citynew" userId="788dd143c5a18d66" providerId="LiveId" clId="{192AE79D-1377-4A30-A79A-2F5A618EEB6B}" dt="2023-12-29T06:55:17.728" v="213" actId="1076"/>
          <ac:cxnSpMkLst>
            <pc:docMk/>
            <pc:sldMk cId="3491389388" sldId="279"/>
            <ac:cxnSpMk id="21" creationId="{B37FAA8D-895F-D2F2-E09B-F4070DFE4885}"/>
          </ac:cxnSpMkLst>
        </pc:cxnChg>
        <pc:cxnChg chg="mod">
          <ac:chgData name="York Citynew" userId="788dd143c5a18d66" providerId="LiveId" clId="{192AE79D-1377-4A30-A79A-2F5A618EEB6B}" dt="2023-12-29T06:53:03.449" v="194" actId="255"/>
          <ac:cxnSpMkLst>
            <pc:docMk/>
            <pc:sldMk cId="3491389388" sldId="279"/>
            <ac:cxnSpMk id="22" creationId="{24F4B7E4-79D4-8C2B-4DCF-3ACA2B03A56F}"/>
          </ac:cxnSpMkLst>
        </pc:cxnChg>
        <pc:cxnChg chg="mod topLvl">
          <ac:chgData name="York Citynew" userId="788dd143c5a18d66" providerId="LiveId" clId="{192AE79D-1377-4A30-A79A-2F5A618EEB6B}" dt="2023-12-29T06:51:45.220" v="183" actId="164"/>
          <ac:cxnSpMkLst>
            <pc:docMk/>
            <pc:sldMk cId="3491389388" sldId="279"/>
            <ac:cxnSpMk id="24" creationId="{CA9B7BCE-9661-D170-7A8C-A5A1486ADCB5}"/>
          </ac:cxnSpMkLst>
        </pc:cxnChg>
        <pc:cxnChg chg="mod topLvl">
          <ac:chgData name="York Citynew" userId="788dd143c5a18d66" providerId="LiveId" clId="{192AE79D-1377-4A30-A79A-2F5A618EEB6B}" dt="2023-12-29T06:51:45.220" v="183" actId="164"/>
          <ac:cxnSpMkLst>
            <pc:docMk/>
            <pc:sldMk cId="3491389388" sldId="279"/>
            <ac:cxnSpMk id="25" creationId="{77A4420C-C757-B38C-AA51-1C71943FBB88}"/>
          </ac:cxnSpMkLst>
        </pc:cxnChg>
        <pc:cxnChg chg="mod topLvl">
          <ac:chgData name="York Citynew" userId="788dd143c5a18d66" providerId="LiveId" clId="{192AE79D-1377-4A30-A79A-2F5A618EEB6B}" dt="2023-12-29T06:51:32.194" v="182" actId="164"/>
          <ac:cxnSpMkLst>
            <pc:docMk/>
            <pc:sldMk cId="3491389388" sldId="279"/>
            <ac:cxnSpMk id="29" creationId="{AB4474E0-D62B-74AB-ED23-D4207FA241CB}"/>
          </ac:cxnSpMkLst>
        </pc:cxnChg>
        <pc:cxnChg chg="mod topLvl modVis">
          <ac:chgData name="York Citynew" userId="788dd143c5a18d66" providerId="LiveId" clId="{192AE79D-1377-4A30-A79A-2F5A618EEB6B}" dt="2023-12-29T06:51:32.194" v="182" actId="164"/>
          <ac:cxnSpMkLst>
            <pc:docMk/>
            <pc:sldMk cId="3491389388" sldId="279"/>
            <ac:cxnSpMk id="30" creationId="{98D8DEB5-519F-B588-4D05-FD401565879E}"/>
          </ac:cxnSpMkLst>
        </pc:cxnChg>
        <pc:cxnChg chg="mod">
          <ac:chgData name="York Citynew" userId="788dd143c5a18d66" providerId="LiveId" clId="{192AE79D-1377-4A30-A79A-2F5A618EEB6B}" dt="2023-12-29T07:04:28.672" v="219" actId="1076"/>
          <ac:cxnSpMkLst>
            <pc:docMk/>
            <pc:sldMk cId="3491389388" sldId="279"/>
            <ac:cxnSpMk id="31" creationId="{6039372C-7A48-1CAC-2DC4-51B095357498}"/>
          </ac:cxnSpMkLst>
        </pc:cxnChg>
        <pc:cxnChg chg="mod">
          <ac:chgData name="York Citynew" userId="788dd143c5a18d66" providerId="LiveId" clId="{192AE79D-1377-4A30-A79A-2F5A618EEB6B}" dt="2023-12-29T06:55:43.672" v="217" actId="1076"/>
          <ac:cxnSpMkLst>
            <pc:docMk/>
            <pc:sldMk cId="3491389388" sldId="279"/>
            <ac:cxnSpMk id="32" creationId="{6A428CE0-7A9C-214B-4C0A-7C20DE6733AF}"/>
          </ac:cxnSpMkLst>
        </pc:cxnChg>
      </pc:sldChg>
      <pc:sldChg chg="addSp delSp modSp mod">
        <pc:chgData name="York Citynew" userId="788dd143c5a18d66" providerId="LiveId" clId="{192AE79D-1377-4A30-A79A-2F5A618EEB6B}" dt="2023-12-29T07:33:17.913" v="406" actId="478"/>
        <pc:sldMkLst>
          <pc:docMk/>
          <pc:sldMk cId="2680761471" sldId="284"/>
        </pc:sldMkLst>
        <pc:spChg chg="add del mod">
          <ac:chgData name="York Citynew" userId="788dd143c5a18d66" providerId="LiveId" clId="{192AE79D-1377-4A30-A79A-2F5A618EEB6B}" dt="2023-12-29T07:20:45.984" v="315" actId="478"/>
          <ac:spMkLst>
            <pc:docMk/>
            <pc:sldMk cId="2680761471" sldId="284"/>
            <ac:spMk id="3" creationId="{7012D68B-0B81-46A7-2F72-DAC3F17FA471}"/>
          </ac:spMkLst>
        </pc:spChg>
        <pc:spChg chg="add mod">
          <ac:chgData name="York Citynew" userId="788dd143c5a18d66" providerId="LiveId" clId="{192AE79D-1377-4A30-A79A-2F5A618EEB6B}" dt="2023-12-29T07:32:08.100" v="391" actId="1076"/>
          <ac:spMkLst>
            <pc:docMk/>
            <pc:sldMk cId="2680761471" sldId="284"/>
            <ac:spMk id="4" creationId="{0A96C3AA-7B77-70A7-2202-688570160885}"/>
          </ac:spMkLst>
        </pc:spChg>
        <pc:spChg chg="add mod">
          <ac:chgData name="York Citynew" userId="788dd143c5a18d66" providerId="LiveId" clId="{192AE79D-1377-4A30-A79A-2F5A618EEB6B}" dt="2023-12-29T07:29:39.155" v="375" actId="1076"/>
          <ac:spMkLst>
            <pc:docMk/>
            <pc:sldMk cId="2680761471" sldId="284"/>
            <ac:spMk id="6" creationId="{5754F4A6-CE59-EF2E-7FF6-1F73A7E17C1C}"/>
          </ac:spMkLst>
        </pc:spChg>
        <pc:spChg chg="add mod">
          <ac:chgData name="York Citynew" userId="788dd143c5a18d66" providerId="LiveId" clId="{192AE79D-1377-4A30-A79A-2F5A618EEB6B}" dt="2023-12-29T07:27:21.929" v="361" actId="1076"/>
          <ac:spMkLst>
            <pc:docMk/>
            <pc:sldMk cId="2680761471" sldId="284"/>
            <ac:spMk id="8" creationId="{637DC8AB-75AF-F1CA-0F2B-50D1B71DDE9D}"/>
          </ac:spMkLst>
        </pc:spChg>
        <pc:spChg chg="add del mod">
          <ac:chgData name="York Citynew" userId="788dd143c5a18d66" providerId="LiveId" clId="{192AE79D-1377-4A30-A79A-2F5A618EEB6B}" dt="2023-12-29T07:20:38.657" v="312" actId="22"/>
          <ac:spMkLst>
            <pc:docMk/>
            <pc:sldMk cId="2680761471" sldId="284"/>
            <ac:spMk id="10" creationId="{765B6D81-580E-8874-E8BF-07345DFCA5B3}"/>
          </ac:spMkLst>
        </pc:spChg>
        <pc:spChg chg="add del">
          <ac:chgData name="York Citynew" userId="788dd143c5a18d66" providerId="LiveId" clId="{192AE79D-1377-4A30-A79A-2F5A618EEB6B}" dt="2023-12-29T07:20:36.278" v="307" actId="22"/>
          <ac:spMkLst>
            <pc:docMk/>
            <pc:sldMk cId="2680761471" sldId="284"/>
            <ac:spMk id="12" creationId="{61CB6FCD-638A-634C-D1CA-FFD78E8765DB}"/>
          </ac:spMkLst>
        </pc:spChg>
        <pc:spChg chg="add del mod">
          <ac:chgData name="York Citynew" userId="788dd143c5a18d66" providerId="LiveId" clId="{192AE79D-1377-4A30-A79A-2F5A618EEB6B}" dt="2023-12-29T07:20:50.909" v="316" actId="478"/>
          <ac:spMkLst>
            <pc:docMk/>
            <pc:sldMk cId="2680761471" sldId="284"/>
            <ac:spMk id="14" creationId="{A4F05B72-5F09-F23D-169B-EA43ECCE84B6}"/>
          </ac:spMkLst>
        </pc:spChg>
        <pc:spChg chg="add mod">
          <ac:chgData name="York Citynew" userId="788dd143c5a18d66" providerId="LiveId" clId="{192AE79D-1377-4A30-A79A-2F5A618EEB6B}" dt="2023-12-29T07:21:49.713" v="328" actId="14100"/>
          <ac:spMkLst>
            <pc:docMk/>
            <pc:sldMk cId="2680761471" sldId="284"/>
            <ac:spMk id="16" creationId="{2F8AC23F-8F43-57C1-19D6-EB6A7C98AA28}"/>
          </ac:spMkLst>
        </pc:spChg>
        <pc:spChg chg="add mod">
          <ac:chgData name="York Citynew" userId="788dd143c5a18d66" providerId="LiveId" clId="{192AE79D-1377-4A30-A79A-2F5A618EEB6B}" dt="2023-12-29T07:30:07.718" v="388" actId="20577"/>
          <ac:spMkLst>
            <pc:docMk/>
            <pc:sldMk cId="2680761471" sldId="284"/>
            <ac:spMk id="18" creationId="{168BAC53-B80D-F0A9-A95E-4E4F125F318F}"/>
          </ac:spMkLst>
        </pc:spChg>
        <pc:spChg chg="add mod">
          <ac:chgData name="York Citynew" userId="788dd143c5a18d66" providerId="LiveId" clId="{192AE79D-1377-4A30-A79A-2F5A618EEB6B}" dt="2023-12-29T07:30:02.152" v="384" actId="20577"/>
          <ac:spMkLst>
            <pc:docMk/>
            <pc:sldMk cId="2680761471" sldId="284"/>
            <ac:spMk id="19" creationId="{62A0FEE5-4150-C805-B626-A137E2DBC14D}"/>
          </ac:spMkLst>
        </pc:spChg>
        <pc:spChg chg="add del mod">
          <ac:chgData name="York Citynew" userId="788dd143c5a18d66" providerId="LiveId" clId="{192AE79D-1377-4A30-A79A-2F5A618EEB6B}" dt="2023-12-29T07:33:17.913" v="406" actId="478"/>
          <ac:spMkLst>
            <pc:docMk/>
            <pc:sldMk cId="2680761471" sldId="284"/>
            <ac:spMk id="20" creationId="{3B2554E1-1804-0464-E80D-BDF3EAAB1E11}"/>
          </ac:spMkLst>
        </pc:spChg>
        <pc:spChg chg="add del mod">
          <ac:chgData name="York Citynew" userId="788dd143c5a18d66" providerId="LiveId" clId="{192AE79D-1377-4A30-A79A-2F5A618EEB6B}" dt="2023-12-29T07:33:14.995" v="405" actId="478"/>
          <ac:spMkLst>
            <pc:docMk/>
            <pc:sldMk cId="2680761471" sldId="284"/>
            <ac:spMk id="21" creationId="{A8219069-9637-810A-DCD3-FE7E9220A980}"/>
          </ac:spMkLst>
        </pc:spChg>
        <pc:spChg chg="add mod">
          <ac:chgData name="York Citynew" userId="788dd143c5a18d66" providerId="LiveId" clId="{192AE79D-1377-4A30-A79A-2F5A618EEB6B}" dt="2023-12-29T07:26:49.135" v="356" actId="1076"/>
          <ac:spMkLst>
            <pc:docMk/>
            <pc:sldMk cId="2680761471" sldId="284"/>
            <ac:spMk id="22" creationId="{CD744CDD-3884-981D-080F-078B3AD7EB34}"/>
          </ac:spMkLst>
        </pc:spChg>
        <pc:spChg chg="add mod">
          <ac:chgData name="York Citynew" userId="788dd143c5a18d66" providerId="LiveId" clId="{192AE79D-1377-4A30-A79A-2F5A618EEB6B}" dt="2023-12-29T07:28:27.252" v="373" actId="20577"/>
          <ac:spMkLst>
            <pc:docMk/>
            <pc:sldMk cId="2680761471" sldId="284"/>
            <ac:spMk id="23" creationId="{75476943-D0C9-F7A6-AB4D-F1BE45211FBC}"/>
          </ac:spMkLst>
        </pc:spChg>
        <pc:spChg chg="add mod">
          <ac:chgData name="York Citynew" userId="788dd143c5a18d66" providerId="LiveId" clId="{192AE79D-1377-4A30-A79A-2F5A618EEB6B}" dt="2023-12-29T07:32:59.942" v="399" actId="20577"/>
          <ac:spMkLst>
            <pc:docMk/>
            <pc:sldMk cId="2680761471" sldId="284"/>
            <ac:spMk id="24" creationId="{5ADA2551-E562-7B12-790A-530FBECC0282}"/>
          </ac:spMkLst>
        </pc:spChg>
        <pc:spChg chg="add mod">
          <ac:chgData name="York Citynew" userId="788dd143c5a18d66" providerId="LiveId" clId="{192AE79D-1377-4A30-A79A-2F5A618EEB6B}" dt="2023-12-29T07:29:53.123" v="380" actId="571"/>
          <ac:spMkLst>
            <pc:docMk/>
            <pc:sldMk cId="2680761471" sldId="284"/>
            <ac:spMk id="25" creationId="{74251122-D340-FE14-3381-72A343607722}"/>
          </ac:spMkLst>
        </pc:spChg>
        <pc:spChg chg="add mod">
          <ac:chgData name="York Citynew" userId="788dd143c5a18d66" providerId="LiveId" clId="{192AE79D-1377-4A30-A79A-2F5A618EEB6B}" dt="2023-12-29T07:32:02.943" v="390" actId="571"/>
          <ac:spMkLst>
            <pc:docMk/>
            <pc:sldMk cId="2680761471" sldId="284"/>
            <ac:spMk id="26" creationId="{43B28CAC-07A2-7CC6-5FF2-D4811A026985}"/>
          </ac:spMkLst>
        </pc:spChg>
        <pc:spChg chg="add mod">
          <ac:chgData name="York Citynew" userId="788dd143c5a18d66" providerId="LiveId" clId="{192AE79D-1377-4A30-A79A-2F5A618EEB6B}" dt="2023-12-29T07:32:26.770" v="396" actId="20577"/>
          <ac:spMkLst>
            <pc:docMk/>
            <pc:sldMk cId="2680761471" sldId="284"/>
            <ac:spMk id="27" creationId="{F3332D73-C7FB-4D46-F009-B59188F5D816}"/>
          </ac:spMkLst>
        </pc:spChg>
        <pc:spChg chg="add mod">
          <ac:chgData name="York Citynew" userId="788dd143c5a18d66" providerId="LiveId" clId="{192AE79D-1377-4A30-A79A-2F5A618EEB6B}" dt="2023-12-29T07:33:11.069" v="404" actId="20577"/>
          <ac:spMkLst>
            <pc:docMk/>
            <pc:sldMk cId="2680761471" sldId="284"/>
            <ac:spMk id="28" creationId="{460A7FBD-4D3D-97D3-86AE-AF2F779A7AD2}"/>
          </ac:spMkLst>
        </pc:spChg>
      </pc:sldChg>
      <pc:sldChg chg="modSp mod">
        <pc:chgData name="York Citynew" userId="788dd143c5a18d66" providerId="LiveId" clId="{192AE79D-1377-4A30-A79A-2F5A618EEB6B}" dt="2024-01-04T18:13:01.532" v="511" actId="20577"/>
        <pc:sldMkLst>
          <pc:docMk/>
          <pc:sldMk cId="1756710983" sldId="295"/>
        </pc:sldMkLst>
        <pc:spChg chg="mod">
          <ac:chgData name="York Citynew" userId="788dd143c5a18d66" providerId="LiveId" clId="{192AE79D-1377-4A30-A79A-2F5A618EEB6B}" dt="2024-01-04T18:13:01.532" v="511" actId="20577"/>
          <ac:spMkLst>
            <pc:docMk/>
            <pc:sldMk cId="1756710983" sldId="295"/>
            <ac:spMk id="2" creationId="{00000000-0000-0000-0000-000000000000}"/>
          </ac:spMkLst>
        </pc:spChg>
      </pc:sldChg>
      <pc:sldChg chg="addSp modSp new mod">
        <pc:chgData name="York Citynew" userId="788dd143c5a18d66" providerId="LiveId" clId="{192AE79D-1377-4A30-A79A-2F5A618EEB6B}" dt="2024-01-04T17:43:06.875" v="508"/>
        <pc:sldMkLst>
          <pc:docMk/>
          <pc:sldMk cId="2902575241" sldId="297"/>
        </pc:sldMkLst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3" creationId="{DCAFBEF1-CE00-21B0-FE72-E751EFEE332A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4" creationId="{31A556A2-6FAC-94F5-C02A-E920F6685F9D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5" creationId="{CF6D384C-C983-1373-E8B8-997363455AC3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6" creationId="{C887AD4A-9E67-23F7-7F1D-2BE81BE6CD5E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7" creationId="{ADC440CC-E283-3EB1-F4A5-2D2D08BD46D3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8" creationId="{E91096A9-5F55-08B3-A9BD-A994647A1D4F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9" creationId="{55347B42-2A5E-AD13-9B40-6B85BDA9B586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10" creationId="{C6C23BC3-36D4-389B-EB80-DE20395766DE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11" creationId="{5ECA86BB-4927-95B7-9974-39D5DD3FB901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12" creationId="{A95F768B-750A-76F7-9729-A9A66CE13EBF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13" creationId="{B6217964-F49D-5903-FDAD-D41E7A1A72FA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14" creationId="{52F7DD55-E118-8D53-FED8-4A37983260AD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15" creationId="{44F7AC85-A671-54DA-E163-213CAA8D471F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16" creationId="{52DC9C3F-EC37-64F8-12D7-ABAB9DE26FA3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17" creationId="{91BB5B0C-1749-DB4A-B548-3E8567C0B448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18" creationId="{D9B83840-8C6B-8021-7A36-79CA57CB9531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19" creationId="{50CE250F-03F0-BA72-F915-D206F96089B7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20" creationId="{53061378-6C83-81EA-4203-86DF00F1FAED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21" creationId="{D235525A-B74E-EC17-9EF2-2E27EFE8545B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22" creationId="{4D44E065-358E-F478-9DA4-B280086457C7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23" creationId="{444B7008-6412-4C6B-D9C8-B20885373FA7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24" creationId="{64C35FB0-7E5A-B753-3DC2-8F2BDFC0B33D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25" creationId="{1C078FCA-717A-095B-70B3-E0E5A517D0CB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26" creationId="{CEF5E6C8-DA4B-395B-1649-83336C44F13C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27" creationId="{202E1D66-863A-2EFA-2042-E9E28E27900B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28" creationId="{F65EEF8B-47B1-87EB-DF92-1523447F2B3B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29" creationId="{D87CEC10-B38F-96B7-D99E-ED8E6CB249C6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30" creationId="{6461700A-7A68-85A5-98EB-27FA05C55436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31" creationId="{6837975A-E22F-BE2E-7FEC-4537F5D8A09B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32" creationId="{A0222A37-52C1-78F0-611D-37AE4EAAE1FE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33" creationId="{88BF6B17-BD70-E2B4-8071-E12AC4FCD3AE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34" creationId="{FE1F0A24-685B-EAD0-C16E-7FE5ADFDA98C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35" creationId="{8E9FB384-BD1B-E7A4-2EFE-C6E3AF600E95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36" creationId="{6DD8E72C-2D59-F39E-5691-8BF67F6D76DB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37" creationId="{A40B4306-F5CC-9034-2886-FF925ACCD6BB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38" creationId="{53470718-3D6E-A036-4BC8-FCD936557488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39" creationId="{C074B230-F9E0-8366-D884-A28D5531B9B4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40" creationId="{E43EC836-BFA5-2695-1DC0-BA83A347B7FC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41" creationId="{4DB4F1F4-B97F-C23B-D642-375D730818E9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42" creationId="{1F6F63AD-BB11-B5B9-366A-AA426418F8E5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43" creationId="{68DBD4B7-AAF7-4845-DABB-339617A28664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44" creationId="{79B35C7A-0DF8-8F87-35B5-C0EA9A6F55E9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45" creationId="{1520444F-3EC9-DF0E-BD3A-92F5B1177DDE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46" creationId="{91E66451-85A1-6CDB-5198-0FEE6574E873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47" creationId="{3FDF157E-6D7B-E578-BCB6-2CD26A039D01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48" creationId="{36092323-F586-2EB3-2862-4C1C574E5957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49" creationId="{E7EA398C-94CA-41C8-0EC7-C6A4560F6C6E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50" creationId="{791A0C7F-56BC-1FB9-00BC-70259C05C4D9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51" creationId="{39C112A6-14CF-9930-EC7A-CA39622D7C9E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52" creationId="{3F6DCC39-1012-89E7-E337-16161A68F5DD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53" creationId="{BD11F3D3-FA74-0790-895D-058EB7A24AE7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54" creationId="{EA3229B4-E4C4-BB36-54DE-5A59AD80E8C6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55" creationId="{0D60EB09-C390-DFE6-3A09-7B98FBBC8C06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56" creationId="{1AB4E972-8EBE-CB59-3FC5-055BA6A3A3DE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57" creationId="{EF34DA12-88E1-1C82-DB61-C428D83D6BCA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58" creationId="{DD117AB2-954B-8866-5714-7E82EB53F775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59" creationId="{EEF0C273-DCE8-A486-CBDD-868AF771330C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60" creationId="{5FEB8119-6932-3CEB-F72D-416FD919616B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61" creationId="{8C15D600-18A2-0B5C-33B6-4FD749ACAE0C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62" creationId="{9B9D7412-86C4-4519-7C54-9A8A2A493679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63" creationId="{B2C86AC8-79A4-853C-BBD6-76751DDCD347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64" creationId="{C1F63D3B-C305-D899-ADD9-99C7BAB6B19D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65" creationId="{BAF3E3C0-105C-3A7F-2976-FCC34FF45195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66" creationId="{6C0FC0EF-B782-2A32-FA37-B0B82A46EC24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67" creationId="{862E37C1-0171-7D83-F5E6-04D8B80867EE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68" creationId="{CD668AB3-BC44-6B1B-B991-B56167A80556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69" creationId="{9E417202-49AB-DAE6-8A53-DE67CEC4285E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70" creationId="{89F21026-3A71-242D-0E0C-CE1C52F8D928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71" creationId="{CFC66F3A-3151-7F7F-39C0-A4BC7C1515F7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72" creationId="{6C7FE096-5313-9CE0-BFB4-83D9EA9AF426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73" creationId="{1CFC0119-277D-B129-FB85-4E47BF681F1B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74" creationId="{66B8D845-D93A-B24D-9A35-7A4FF6645ADF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75" creationId="{8F26922A-C359-A3CD-5291-87134DE7A864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76" creationId="{9BE4DB12-8188-C66B-0DF9-5CE914D6F2C6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77" creationId="{D87B577D-AACB-67E6-1D23-E56810BC7CF5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78" creationId="{133F7676-6ABB-6550-6EC2-CB1470054B2D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79" creationId="{1FBDF5A2-1423-AFA5-8BDB-A9ABF57672D3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80" creationId="{166D13BF-DA23-913C-0EAA-6DC94721D08F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81" creationId="{E19B8C8A-DD6A-F0E2-474D-3316FEB8E881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82" creationId="{97E4A65A-FBBD-737A-5AEC-482A14785B1F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83" creationId="{EBB49B04-FD6E-4E1D-47AC-94C5A57F96EC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84" creationId="{EF6577F7-7190-6C0C-9DAA-A5B0EEC969DB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85" creationId="{3519498F-51DF-0D0A-5A3F-1CCC3710FB4C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86" creationId="{8C036E78-08D1-2A57-B3F4-A204A6F5DFC8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87" creationId="{DDCA923F-7FD6-2E83-019F-950C78F8679E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88" creationId="{57E8FA26-48CE-C82C-43E6-D88D568C9C70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89" creationId="{AA75E591-53B6-661F-779E-730638489CE3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90" creationId="{E2A565B6-EDC1-F550-44F5-48AB1A53EEF5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91" creationId="{4CFCB49C-F115-8DA1-1244-D3408144F675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92" creationId="{2179DC41-0520-AA98-A598-E9B3F800E68D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93" creationId="{9C92425D-BFCC-7374-8B6E-6FC819C9CB17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94" creationId="{526B0935-9EEF-1796-06FF-E78C04122630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95" creationId="{DED5BD34-E8F7-D4BC-169F-74D14BCAB572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96" creationId="{3B1FE826-602D-B2D3-E1FE-BB7FBEA0B746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97" creationId="{A27674D2-5A35-3783-3988-10DDDF97D146}"/>
          </ac:spMkLst>
        </pc:spChg>
        <pc:spChg chg="mod">
          <ac:chgData name="York Citynew" userId="788dd143c5a18d66" providerId="LiveId" clId="{192AE79D-1377-4A30-A79A-2F5A618EEB6B}" dt="2024-01-04T17:38:59.725" v="422"/>
          <ac:spMkLst>
            <pc:docMk/>
            <pc:sldMk cId="2902575241" sldId="297"/>
            <ac:spMk id="98" creationId="{0E87DCCB-C908-B462-E253-E2357E375300}"/>
          </ac:spMkLst>
        </pc:spChg>
        <pc:spChg chg="add mod">
          <ac:chgData name="York Citynew" userId="788dd143c5a18d66" providerId="LiveId" clId="{192AE79D-1377-4A30-A79A-2F5A618EEB6B}" dt="2024-01-04T17:41:42.180" v="493" actId="14100"/>
          <ac:spMkLst>
            <pc:docMk/>
            <pc:sldMk cId="2902575241" sldId="297"/>
            <ac:spMk id="103" creationId="{6AFD8F5B-6145-0149-A28B-7326E09BF1BE}"/>
          </ac:spMkLst>
        </pc:spChg>
        <pc:spChg chg="add mod">
          <ac:chgData name="York Citynew" userId="788dd143c5a18d66" providerId="LiveId" clId="{192AE79D-1377-4A30-A79A-2F5A618EEB6B}" dt="2024-01-04T17:43:06.875" v="508"/>
          <ac:spMkLst>
            <pc:docMk/>
            <pc:sldMk cId="2902575241" sldId="297"/>
            <ac:spMk id="105" creationId="{E31C472A-195D-F4A1-947F-AFCEE9B5C782}"/>
          </ac:spMkLst>
        </pc:spChg>
        <pc:grpChg chg="add mod">
          <ac:chgData name="York Citynew" userId="788dd143c5a18d66" providerId="LiveId" clId="{192AE79D-1377-4A30-A79A-2F5A618EEB6B}" dt="2024-01-04T17:41:36.432" v="491" actId="1076"/>
          <ac:grpSpMkLst>
            <pc:docMk/>
            <pc:sldMk cId="2902575241" sldId="297"/>
            <ac:grpSpMk id="2" creationId="{0E674DE6-6B81-F604-2883-31C5B3BE264A}"/>
          </ac:grpSpMkLst>
        </pc:grpChg>
        <pc:cxnChg chg="add mod">
          <ac:chgData name="York Citynew" userId="788dd143c5a18d66" providerId="LiveId" clId="{192AE79D-1377-4A30-A79A-2F5A618EEB6B}" dt="2024-01-04T17:41:38.809" v="492" actId="1076"/>
          <ac:cxnSpMkLst>
            <pc:docMk/>
            <pc:sldMk cId="2902575241" sldId="297"/>
            <ac:cxnSpMk id="100" creationId="{BB7CA477-9475-218B-DABD-4C17158332B2}"/>
          </ac:cxnSpMkLst>
        </pc:cxnChg>
      </pc:sldChg>
    </pc:docChg>
  </pc:docChgLst>
  <pc:docChgLst>
    <pc:chgData name="York Citynew" userId="788dd143c5a18d66" providerId="Windows Live" clId="Web-{89E5A6C3-0E88-44CC-8929-7C95331417D0}"/>
    <pc:docChg chg="modSld">
      <pc:chgData name="York Citynew" userId="788dd143c5a18d66" providerId="Windows Live" clId="Web-{89E5A6C3-0E88-44CC-8929-7C95331417D0}" dt="2023-11-15T20:35:10.175" v="2" actId="20577"/>
      <pc:docMkLst>
        <pc:docMk/>
      </pc:docMkLst>
      <pc:sldChg chg="modSp">
        <pc:chgData name="York Citynew" userId="788dd143c5a18d66" providerId="Windows Live" clId="Web-{89E5A6C3-0E88-44CC-8929-7C95331417D0}" dt="2023-11-15T20:35:10.175" v="2" actId="20577"/>
        <pc:sldMkLst>
          <pc:docMk/>
          <pc:sldMk cId="0" sldId="256"/>
        </pc:sldMkLst>
        <pc:spChg chg="mod">
          <ac:chgData name="York Citynew" userId="788dd143c5a18d66" providerId="Windows Live" clId="Web-{89E5A6C3-0E88-44CC-8929-7C95331417D0}" dt="2023-11-15T20:35:10.175" v="2" actId="20577"/>
          <ac:spMkLst>
            <pc:docMk/>
            <pc:sldMk cId="0" sldId="256"/>
            <ac:spMk id="322" creationId="{00000000-0000-0000-0000-000000000000}"/>
          </ac:spMkLst>
        </pc:spChg>
      </pc:sldChg>
    </pc:docChg>
  </pc:docChgLst>
  <pc:docChgLst>
    <pc:chgData name="York Citynew" userId="788dd143c5a18d66" providerId="LiveId" clId="{CF6A8858-4ADF-44CB-93B3-CFB5C9AE6374}"/>
    <pc:docChg chg="undo custSel addSld delSld modSld sldOrd">
      <pc:chgData name="York Citynew" userId="788dd143c5a18d66" providerId="LiveId" clId="{CF6A8858-4ADF-44CB-93B3-CFB5C9AE6374}" dt="2023-11-16T00:27:07.769" v="3110" actId="20577"/>
      <pc:docMkLst>
        <pc:docMk/>
      </pc:docMkLst>
      <pc:sldChg chg="modSp mod modNotesTx">
        <pc:chgData name="York Citynew" userId="788dd143c5a18d66" providerId="LiveId" clId="{CF6A8858-4ADF-44CB-93B3-CFB5C9AE6374}" dt="2023-11-15T20:58:36.252" v="406" actId="20577"/>
        <pc:sldMkLst>
          <pc:docMk/>
          <pc:sldMk cId="0" sldId="256"/>
        </pc:sldMkLst>
        <pc:spChg chg="mod">
          <ac:chgData name="York Citynew" userId="788dd143c5a18d66" providerId="LiveId" clId="{CF6A8858-4ADF-44CB-93B3-CFB5C9AE6374}" dt="2023-11-15T20:42:25.326" v="47" actId="20577"/>
          <ac:spMkLst>
            <pc:docMk/>
            <pc:sldMk cId="0" sldId="256"/>
            <ac:spMk id="322" creationId="{00000000-0000-0000-0000-000000000000}"/>
          </ac:spMkLst>
        </pc:spChg>
      </pc:sldChg>
      <pc:sldChg chg="addSp modSp mod">
        <pc:chgData name="York Citynew" userId="788dd143c5a18d66" providerId="LiveId" clId="{CF6A8858-4ADF-44CB-93B3-CFB5C9AE6374}" dt="2023-11-15T20:53:26.254" v="164" actId="1076"/>
        <pc:sldMkLst>
          <pc:docMk/>
          <pc:sldMk cId="0" sldId="257"/>
        </pc:sldMkLst>
        <pc:spChg chg="add mod">
          <ac:chgData name="York Citynew" userId="788dd143c5a18d66" providerId="LiveId" clId="{CF6A8858-4ADF-44CB-93B3-CFB5C9AE6374}" dt="2023-11-15T20:48:22.410" v="93" actId="571"/>
          <ac:spMkLst>
            <pc:docMk/>
            <pc:sldMk cId="0" sldId="257"/>
            <ac:spMk id="2" creationId="{6957465D-E88E-C0D9-0304-BAA6C4ADA2A6}"/>
          </ac:spMkLst>
        </pc:spChg>
        <pc:spChg chg="add mod">
          <ac:chgData name="York Citynew" userId="788dd143c5a18d66" providerId="LiveId" clId="{CF6A8858-4ADF-44CB-93B3-CFB5C9AE6374}" dt="2023-11-15T20:48:21.768" v="92" actId="571"/>
          <ac:spMkLst>
            <pc:docMk/>
            <pc:sldMk cId="0" sldId="257"/>
            <ac:spMk id="3" creationId="{922354FC-EB55-CC03-198D-15F2BF5A8F79}"/>
          </ac:spMkLst>
        </pc:spChg>
        <pc:spChg chg="add mod">
          <ac:chgData name="York Citynew" userId="788dd143c5a18d66" providerId="LiveId" clId="{CF6A8858-4ADF-44CB-93B3-CFB5C9AE6374}" dt="2023-11-15T20:53:26.254" v="164" actId="1076"/>
          <ac:spMkLst>
            <pc:docMk/>
            <pc:sldMk cId="0" sldId="257"/>
            <ac:spMk id="4" creationId="{257EA65F-965F-7EEC-6EFA-4BC5F96EF2F2}"/>
          </ac:spMkLst>
        </pc:spChg>
        <pc:spChg chg="add mod">
          <ac:chgData name="York Citynew" userId="788dd143c5a18d66" providerId="LiveId" clId="{CF6A8858-4ADF-44CB-93B3-CFB5C9AE6374}" dt="2023-11-15T20:48:32.345" v="96" actId="571"/>
          <ac:spMkLst>
            <pc:docMk/>
            <pc:sldMk cId="0" sldId="257"/>
            <ac:spMk id="5" creationId="{4EB247FF-D2CF-3C1A-F94B-0175F900E200}"/>
          </ac:spMkLst>
        </pc:spChg>
        <pc:spChg chg="add mod">
          <ac:chgData name="York Citynew" userId="788dd143c5a18d66" providerId="LiveId" clId="{CF6A8858-4ADF-44CB-93B3-CFB5C9AE6374}" dt="2023-11-15T20:48:32.345" v="96" actId="571"/>
          <ac:spMkLst>
            <pc:docMk/>
            <pc:sldMk cId="0" sldId="257"/>
            <ac:spMk id="6" creationId="{6780DCC2-9523-A72A-0DBF-6B90FC04C414}"/>
          </ac:spMkLst>
        </pc:spChg>
        <pc:spChg chg="add mod modVis">
          <ac:chgData name="York Citynew" userId="788dd143c5a18d66" providerId="LiveId" clId="{CF6A8858-4ADF-44CB-93B3-CFB5C9AE6374}" dt="2023-11-15T20:53:26.254" v="164" actId="1076"/>
          <ac:spMkLst>
            <pc:docMk/>
            <pc:sldMk cId="0" sldId="257"/>
            <ac:spMk id="7" creationId="{9ED3A26A-9F64-4592-8E77-4D7E49AF2D94}"/>
          </ac:spMkLst>
        </pc:spChg>
        <pc:spChg chg="add mod modVis">
          <ac:chgData name="York Citynew" userId="788dd143c5a18d66" providerId="LiveId" clId="{CF6A8858-4ADF-44CB-93B3-CFB5C9AE6374}" dt="2023-11-15T20:53:26.254" v="164" actId="1076"/>
          <ac:spMkLst>
            <pc:docMk/>
            <pc:sldMk cId="0" sldId="257"/>
            <ac:spMk id="8" creationId="{782172BC-564D-3C27-A330-56A537679D13}"/>
          </ac:spMkLst>
        </pc:spChg>
        <pc:spChg chg="add mod">
          <ac:chgData name="York Citynew" userId="788dd143c5a18d66" providerId="LiveId" clId="{CF6A8858-4ADF-44CB-93B3-CFB5C9AE6374}" dt="2023-11-15T20:53:26.254" v="164" actId="1076"/>
          <ac:spMkLst>
            <pc:docMk/>
            <pc:sldMk cId="0" sldId="257"/>
            <ac:spMk id="9" creationId="{294D7AAD-00D2-5B49-9EB5-29039C7D32EB}"/>
          </ac:spMkLst>
        </pc:spChg>
        <pc:spChg chg="mod">
          <ac:chgData name="York Citynew" userId="788dd143c5a18d66" providerId="LiveId" clId="{CF6A8858-4ADF-44CB-93B3-CFB5C9AE6374}" dt="2023-11-15T20:53:26.254" v="164" actId="1076"/>
          <ac:spMkLst>
            <pc:docMk/>
            <pc:sldMk cId="0" sldId="257"/>
            <ac:spMk id="339" creationId="{00000000-0000-0000-0000-000000000000}"/>
          </ac:spMkLst>
        </pc:spChg>
        <pc:spChg chg="mod">
          <ac:chgData name="York Citynew" userId="788dd143c5a18d66" providerId="LiveId" clId="{CF6A8858-4ADF-44CB-93B3-CFB5C9AE6374}" dt="2023-11-15T20:53:26.254" v="164" actId="1076"/>
          <ac:spMkLst>
            <pc:docMk/>
            <pc:sldMk cId="0" sldId="257"/>
            <ac:spMk id="340" creationId="{00000000-0000-0000-0000-000000000000}"/>
          </ac:spMkLst>
        </pc:spChg>
        <pc:spChg chg="mod">
          <ac:chgData name="York Citynew" userId="788dd143c5a18d66" providerId="LiveId" clId="{CF6A8858-4ADF-44CB-93B3-CFB5C9AE6374}" dt="2023-11-15T20:53:26.254" v="164" actId="1076"/>
          <ac:spMkLst>
            <pc:docMk/>
            <pc:sldMk cId="0" sldId="257"/>
            <ac:spMk id="341" creationId="{00000000-0000-0000-0000-000000000000}"/>
          </ac:spMkLst>
        </pc:spChg>
        <pc:spChg chg="mod">
          <ac:chgData name="York Citynew" userId="788dd143c5a18d66" providerId="LiveId" clId="{CF6A8858-4ADF-44CB-93B3-CFB5C9AE6374}" dt="2023-11-15T20:53:26.254" v="164" actId="1076"/>
          <ac:spMkLst>
            <pc:docMk/>
            <pc:sldMk cId="0" sldId="257"/>
            <ac:spMk id="342" creationId="{00000000-0000-0000-0000-000000000000}"/>
          </ac:spMkLst>
        </pc:spChg>
        <pc:grpChg chg="mod modVis">
          <ac:chgData name="York Citynew" userId="788dd143c5a18d66" providerId="LiveId" clId="{CF6A8858-4ADF-44CB-93B3-CFB5C9AE6374}" dt="2023-11-15T20:52:14.609" v="154" actId="14429"/>
          <ac:grpSpMkLst>
            <pc:docMk/>
            <pc:sldMk cId="0" sldId="257"/>
            <ac:grpSpMk id="350" creationId="{00000000-0000-0000-0000-000000000000}"/>
          </ac:grpSpMkLst>
        </pc:grpChg>
      </pc:sldChg>
      <pc:sldChg chg="addSp delSp modSp mod chgLayout">
        <pc:chgData name="York Citynew" userId="788dd143c5a18d66" providerId="LiveId" clId="{CF6A8858-4ADF-44CB-93B3-CFB5C9AE6374}" dt="2023-11-15T21:37:10.003" v="975" actId="404"/>
        <pc:sldMkLst>
          <pc:docMk/>
          <pc:sldMk cId="0" sldId="259"/>
        </pc:sldMkLst>
        <pc:spChg chg="add del mod">
          <ac:chgData name="York Citynew" userId="788dd143c5a18d66" providerId="LiveId" clId="{CF6A8858-4ADF-44CB-93B3-CFB5C9AE6374}" dt="2023-11-15T21:03:34.064" v="433" actId="478"/>
          <ac:spMkLst>
            <pc:docMk/>
            <pc:sldMk cId="0" sldId="259"/>
            <ac:spMk id="3" creationId="{EFADD8A8-387D-76EF-5B6F-9E853B46DBCB}"/>
          </ac:spMkLst>
        </pc:spChg>
        <pc:spChg chg="add del mod">
          <ac:chgData name="York Citynew" userId="788dd143c5a18d66" providerId="LiveId" clId="{CF6A8858-4ADF-44CB-93B3-CFB5C9AE6374}" dt="2023-11-15T21:08:05.159" v="487" actId="6264"/>
          <ac:spMkLst>
            <pc:docMk/>
            <pc:sldMk cId="0" sldId="259"/>
            <ac:spMk id="4" creationId="{A5F0195A-2CC0-4FDD-5235-C80A40044711}"/>
          </ac:spMkLst>
        </pc:spChg>
        <pc:spChg chg="add del mod">
          <ac:chgData name="York Citynew" userId="788dd143c5a18d66" providerId="LiveId" clId="{CF6A8858-4ADF-44CB-93B3-CFB5C9AE6374}" dt="2023-11-15T21:08:05.159" v="487" actId="6264"/>
          <ac:spMkLst>
            <pc:docMk/>
            <pc:sldMk cId="0" sldId="259"/>
            <ac:spMk id="5" creationId="{3AB774C1-A276-AABB-1E39-9D29A29C72E9}"/>
          </ac:spMkLst>
        </pc:spChg>
        <pc:spChg chg="add del mod">
          <ac:chgData name="York Citynew" userId="788dd143c5a18d66" providerId="LiveId" clId="{CF6A8858-4ADF-44CB-93B3-CFB5C9AE6374}" dt="2023-11-15T21:08:05.159" v="487" actId="6264"/>
          <ac:spMkLst>
            <pc:docMk/>
            <pc:sldMk cId="0" sldId="259"/>
            <ac:spMk id="6" creationId="{D61C716D-5025-BD48-E85B-EEB7CD98DACE}"/>
          </ac:spMkLst>
        </pc:spChg>
        <pc:spChg chg="add del mod">
          <ac:chgData name="York Citynew" userId="788dd143c5a18d66" providerId="LiveId" clId="{CF6A8858-4ADF-44CB-93B3-CFB5C9AE6374}" dt="2023-11-15T21:09:53.919" v="519" actId="478"/>
          <ac:spMkLst>
            <pc:docMk/>
            <pc:sldMk cId="0" sldId="259"/>
            <ac:spMk id="7" creationId="{1A4D19AC-2FDD-5DC1-7CCA-5116E640DBFA}"/>
          </ac:spMkLst>
        </pc:spChg>
        <pc:spChg chg="add mod">
          <ac:chgData name="York Citynew" userId="788dd143c5a18d66" providerId="LiveId" clId="{CF6A8858-4ADF-44CB-93B3-CFB5C9AE6374}" dt="2023-11-15T21:37:00.818" v="973" actId="404"/>
          <ac:spMkLst>
            <pc:docMk/>
            <pc:sldMk cId="0" sldId="259"/>
            <ac:spMk id="8" creationId="{52077B9E-31BF-6864-C387-7D5E4C60A17D}"/>
          </ac:spMkLst>
        </pc:spChg>
        <pc:spChg chg="mod ord">
          <ac:chgData name="York Citynew" userId="788dd143c5a18d66" providerId="LiveId" clId="{CF6A8858-4ADF-44CB-93B3-CFB5C9AE6374}" dt="2023-11-15T21:08:05.159" v="487" actId="6264"/>
          <ac:spMkLst>
            <pc:docMk/>
            <pc:sldMk cId="0" sldId="259"/>
            <ac:spMk id="378" creationId="{00000000-0000-0000-0000-000000000000}"/>
          </ac:spMkLst>
        </pc:spChg>
        <pc:spChg chg="add del mod ord">
          <ac:chgData name="York Citynew" userId="788dd143c5a18d66" providerId="LiveId" clId="{CF6A8858-4ADF-44CB-93B3-CFB5C9AE6374}" dt="2023-11-15T21:37:10.003" v="975" actId="404"/>
          <ac:spMkLst>
            <pc:docMk/>
            <pc:sldMk cId="0" sldId="259"/>
            <ac:spMk id="379" creationId="{00000000-0000-0000-0000-000000000000}"/>
          </ac:spMkLst>
        </pc:spChg>
        <pc:spChg chg="add del mod ord">
          <ac:chgData name="York Citynew" userId="788dd143c5a18d66" providerId="LiveId" clId="{CF6A8858-4ADF-44CB-93B3-CFB5C9AE6374}" dt="2023-11-15T21:37:05.598" v="974" actId="404"/>
          <ac:spMkLst>
            <pc:docMk/>
            <pc:sldMk cId="0" sldId="259"/>
            <ac:spMk id="380" creationId="{00000000-0000-0000-0000-000000000000}"/>
          </ac:spMkLst>
        </pc:spChg>
      </pc:sldChg>
      <pc:sldChg chg="modSp mod">
        <pc:chgData name="York Citynew" userId="788dd143c5a18d66" providerId="LiveId" clId="{CF6A8858-4ADF-44CB-93B3-CFB5C9AE6374}" dt="2023-11-16T00:27:07.769" v="3110" actId="20577"/>
        <pc:sldMkLst>
          <pc:docMk/>
          <pc:sldMk cId="3382429007" sldId="273"/>
        </pc:sldMkLst>
        <pc:spChg chg="mod">
          <ac:chgData name="York Citynew" userId="788dd143c5a18d66" providerId="LiveId" clId="{CF6A8858-4ADF-44CB-93B3-CFB5C9AE6374}" dt="2023-11-16T00:27:07.769" v="3110" actId="20577"/>
          <ac:spMkLst>
            <pc:docMk/>
            <pc:sldMk cId="3382429007" sldId="273"/>
            <ac:spMk id="359" creationId="{00000000-0000-0000-0000-000000000000}"/>
          </ac:spMkLst>
        </pc:spChg>
      </pc:sldChg>
      <pc:sldChg chg="addSp modSp new mod">
        <pc:chgData name="York Citynew" userId="788dd143c5a18d66" providerId="LiveId" clId="{CF6A8858-4ADF-44CB-93B3-CFB5C9AE6374}" dt="2023-11-15T21:39:39.120" v="1042" actId="20577"/>
        <pc:sldMkLst>
          <pc:docMk/>
          <pc:sldMk cId="107498872" sldId="276"/>
        </pc:sldMkLst>
        <pc:spChg chg="mod">
          <ac:chgData name="York Citynew" userId="788dd143c5a18d66" providerId="LiveId" clId="{CF6A8858-4ADF-44CB-93B3-CFB5C9AE6374}" dt="2023-11-15T21:29:33.346" v="775" actId="20577"/>
          <ac:spMkLst>
            <pc:docMk/>
            <pc:sldMk cId="107498872" sldId="276"/>
            <ac:spMk id="2" creationId="{9B38278F-A9AE-3DBD-BA9B-08F7DBDCAFAE}"/>
          </ac:spMkLst>
        </pc:spChg>
        <pc:spChg chg="mod">
          <ac:chgData name="York Citynew" userId="788dd143c5a18d66" providerId="LiveId" clId="{CF6A8858-4ADF-44CB-93B3-CFB5C9AE6374}" dt="2023-11-15T21:36:32.997" v="972" actId="208"/>
          <ac:spMkLst>
            <pc:docMk/>
            <pc:sldMk cId="107498872" sldId="276"/>
            <ac:spMk id="3" creationId="{60102DBA-5B2B-4823-A026-5A40CE81B547}"/>
          </ac:spMkLst>
        </pc:spChg>
        <pc:spChg chg="add mod">
          <ac:chgData name="York Citynew" userId="788dd143c5a18d66" providerId="LiveId" clId="{CF6A8858-4ADF-44CB-93B3-CFB5C9AE6374}" dt="2023-11-15T21:39:39.120" v="1042" actId="20577"/>
          <ac:spMkLst>
            <pc:docMk/>
            <pc:sldMk cId="107498872" sldId="276"/>
            <ac:spMk id="4" creationId="{150A9CCB-028F-0873-2FA8-655C7D83530C}"/>
          </ac:spMkLst>
        </pc:spChg>
      </pc:sldChg>
      <pc:sldChg chg="addSp modSp new mod">
        <pc:chgData name="York Citynew" userId="788dd143c5a18d66" providerId="LiveId" clId="{CF6A8858-4ADF-44CB-93B3-CFB5C9AE6374}" dt="2023-11-15T22:03:35.202" v="1238" actId="20577"/>
        <pc:sldMkLst>
          <pc:docMk/>
          <pc:sldMk cId="2104080283" sldId="277"/>
        </pc:sldMkLst>
        <pc:spChg chg="mod">
          <ac:chgData name="York Citynew" userId="788dd143c5a18d66" providerId="LiveId" clId="{CF6A8858-4ADF-44CB-93B3-CFB5C9AE6374}" dt="2023-11-15T22:03:32.009" v="1231" actId="14100"/>
          <ac:spMkLst>
            <pc:docMk/>
            <pc:sldMk cId="2104080283" sldId="277"/>
            <ac:spMk id="2" creationId="{F9F5F2C1-6700-E18D-F24A-E260A80F45D2}"/>
          </ac:spMkLst>
        </pc:spChg>
        <pc:spChg chg="mod">
          <ac:chgData name="York Citynew" userId="788dd143c5a18d66" providerId="LiveId" clId="{CF6A8858-4ADF-44CB-93B3-CFB5C9AE6374}" dt="2023-11-15T22:03:35.202" v="1238" actId="20577"/>
          <ac:spMkLst>
            <pc:docMk/>
            <pc:sldMk cId="2104080283" sldId="277"/>
            <ac:spMk id="3" creationId="{E4F1877A-7B4D-5D8E-2DA0-A59F567D618B}"/>
          </ac:spMkLst>
        </pc:spChg>
        <pc:spChg chg="mod">
          <ac:chgData name="York Citynew" userId="788dd143c5a18d66" providerId="LiveId" clId="{CF6A8858-4ADF-44CB-93B3-CFB5C9AE6374}" dt="2023-11-15T21:41:26.115" v="1086" actId="14100"/>
          <ac:spMkLst>
            <pc:docMk/>
            <pc:sldMk cId="2104080283" sldId="277"/>
            <ac:spMk id="4" creationId="{156200E8-E8EE-0622-58FD-B39B6EFDCD69}"/>
          </ac:spMkLst>
        </pc:spChg>
        <pc:spChg chg="mod">
          <ac:chgData name="York Citynew" userId="788dd143c5a18d66" providerId="LiveId" clId="{CF6A8858-4ADF-44CB-93B3-CFB5C9AE6374}" dt="2023-11-15T21:48:44.212" v="1146"/>
          <ac:spMkLst>
            <pc:docMk/>
            <pc:sldMk cId="2104080283" sldId="277"/>
            <ac:spMk id="5" creationId="{E421CBF2-7E41-7244-8CC1-835D44C90910}"/>
          </ac:spMkLst>
        </pc:spChg>
        <pc:spChg chg="mod">
          <ac:chgData name="York Citynew" userId="788dd143c5a18d66" providerId="LiveId" clId="{CF6A8858-4ADF-44CB-93B3-CFB5C9AE6374}" dt="2023-11-15T21:50:12.768" v="1168" actId="120"/>
          <ac:spMkLst>
            <pc:docMk/>
            <pc:sldMk cId="2104080283" sldId="277"/>
            <ac:spMk id="6" creationId="{51889E28-E122-2B36-CC02-B7ABA3D4B258}"/>
          </ac:spMkLst>
        </pc:spChg>
        <pc:spChg chg="add mod">
          <ac:chgData name="York Citynew" userId="788dd143c5a18d66" providerId="LiveId" clId="{CF6A8858-4ADF-44CB-93B3-CFB5C9AE6374}" dt="2023-11-15T21:56:10.013" v="1226" actId="255"/>
          <ac:spMkLst>
            <pc:docMk/>
            <pc:sldMk cId="2104080283" sldId="277"/>
            <ac:spMk id="7" creationId="{CA3942F8-D0FF-49D1-99A8-0E97522C3332}"/>
          </ac:spMkLst>
        </pc:spChg>
      </pc:sldChg>
      <pc:sldChg chg="addSp delSp modSp new mod ord">
        <pc:chgData name="York Citynew" userId="788dd143c5a18d66" providerId="LiveId" clId="{CF6A8858-4ADF-44CB-93B3-CFB5C9AE6374}" dt="2023-11-15T22:29:26.797" v="1735"/>
        <pc:sldMkLst>
          <pc:docMk/>
          <pc:sldMk cId="3166828311" sldId="278"/>
        </pc:sldMkLst>
        <pc:spChg chg="del mod">
          <ac:chgData name="York Citynew" userId="788dd143c5a18d66" providerId="LiveId" clId="{CF6A8858-4ADF-44CB-93B3-CFB5C9AE6374}" dt="2023-11-15T22:13:15.616" v="1264" actId="478"/>
          <ac:spMkLst>
            <pc:docMk/>
            <pc:sldMk cId="3166828311" sldId="278"/>
            <ac:spMk id="2" creationId="{18F686B6-C089-0E49-597A-2F752BED614E}"/>
          </ac:spMkLst>
        </pc:spChg>
        <pc:spChg chg="add del">
          <ac:chgData name="York Citynew" userId="788dd143c5a18d66" providerId="LiveId" clId="{CF6A8858-4ADF-44CB-93B3-CFB5C9AE6374}" dt="2023-11-15T22:05:00.919" v="1241" actId="11529"/>
          <ac:spMkLst>
            <pc:docMk/>
            <pc:sldMk cId="3166828311" sldId="278"/>
            <ac:spMk id="3" creationId="{833836FB-C8A3-1332-F07D-B2C44DBAF3C0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6" creationId="{8401D455-FBC5-C266-E130-8B01D3A0344A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7" creationId="{65651F8F-A6B4-561F-1731-64F910CCF28A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8" creationId="{BF34E634-FCC4-397A-4DFA-F796C6EEAD19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9" creationId="{55F39832-8163-160D-4F9A-BFC8BABD400F}"/>
          </ac:spMkLst>
        </pc:spChg>
        <pc:spChg chg="add mod">
          <ac:chgData name="York Citynew" userId="788dd143c5a18d66" providerId="LiveId" clId="{CF6A8858-4ADF-44CB-93B3-CFB5C9AE6374}" dt="2023-11-15T22:14:16.887" v="1278" actId="571"/>
          <ac:spMkLst>
            <pc:docMk/>
            <pc:sldMk cId="3166828311" sldId="278"/>
            <ac:spMk id="10" creationId="{6E05B0B9-D85F-81A0-4690-192B99BEFDD1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1" creationId="{69329E05-1E52-3C61-8755-721F809E0759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2" creationId="{DEAA93AA-1992-1875-8084-AD3FE49C87D6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3" creationId="{AD5B92FF-1AC4-5725-5B4A-839DC2990B91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4" creationId="{761E7189-B834-2A57-094F-A83844BA2279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5" creationId="{02EE77C2-85A4-A799-D68A-4ADC1D67533B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6" creationId="{98095737-5D55-B7B2-7612-D5C280BFF4B2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7" creationId="{A19CD2BE-7B1A-7530-7437-61AFC5D122A3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8" creationId="{09B6D7CB-0682-3A11-2A42-B2767A7282C2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9" creationId="{E483E8B7-4451-5522-95BA-6D79131EAB3F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20" creationId="{DA3C3270-C5DC-618B-8E30-51E2A1DAF407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21" creationId="{95517D80-B070-6A9D-2464-E8E1AA30FE2E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22" creationId="{5F175DB4-DF63-7560-ECDD-C393CB223979}"/>
          </ac:spMkLst>
        </pc:spChg>
        <pc:spChg chg="add del mod">
          <ac:chgData name="York Citynew" userId="788dd143c5a18d66" providerId="LiveId" clId="{CF6A8858-4ADF-44CB-93B3-CFB5C9AE6374}" dt="2023-11-15T22:14:46.501" v="1284"/>
          <ac:spMkLst>
            <pc:docMk/>
            <pc:sldMk cId="3166828311" sldId="278"/>
            <ac:spMk id="23" creationId="{3384B29C-9062-DD12-70F9-F772E85EF805}"/>
          </ac:spMkLst>
        </pc:spChg>
        <pc:spChg chg="add del mod">
          <ac:chgData name="York Citynew" userId="788dd143c5a18d66" providerId="LiveId" clId="{CF6A8858-4ADF-44CB-93B3-CFB5C9AE6374}" dt="2023-11-15T22:14:46.501" v="1284"/>
          <ac:spMkLst>
            <pc:docMk/>
            <pc:sldMk cId="3166828311" sldId="278"/>
            <ac:spMk id="24" creationId="{3B81F528-3BA6-570D-09B6-4892C573E15F}"/>
          </ac:spMkLst>
        </pc:spChg>
        <pc:spChg chg="add del mod">
          <ac:chgData name="York Citynew" userId="788dd143c5a18d66" providerId="LiveId" clId="{CF6A8858-4ADF-44CB-93B3-CFB5C9AE6374}" dt="2023-11-15T22:14:46.501" v="1284"/>
          <ac:spMkLst>
            <pc:docMk/>
            <pc:sldMk cId="3166828311" sldId="278"/>
            <ac:spMk id="25" creationId="{63749557-6BE5-3258-6E13-B22085D0FECD}"/>
          </ac:spMkLst>
        </pc:spChg>
        <pc:spChg chg="add del mod">
          <ac:chgData name="York Citynew" userId="788dd143c5a18d66" providerId="LiveId" clId="{CF6A8858-4ADF-44CB-93B3-CFB5C9AE6374}" dt="2023-11-15T22:14:46.501" v="1284"/>
          <ac:spMkLst>
            <pc:docMk/>
            <pc:sldMk cId="3166828311" sldId="278"/>
            <ac:spMk id="26" creationId="{9DF008BA-F46E-D080-C918-A95515CDD1F1}"/>
          </ac:spMkLst>
        </pc:spChg>
        <pc:spChg chg="add del mod">
          <ac:chgData name="York Citynew" userId="788dd143c5a18d66" providerId="LiveId" clId="{CF6A8858-4ADF-44CB-93B3-CFB5C9AE6374}" dt="2023-11-15T22:14:46.501" v="1284"/>
          <ac:spMkLst>
            <pc:docMk/>
            <pc:sldMk cId="3166828311" sldId="278"/>
            <ac:spMk id="27" creationId="{22EC81F3-4791-2AE5-64AB-E63353F8E999}"/>
          </ac:spMkLst>
        </pc:spChg>
        <pc:spChg chg="add del mod">
          <ac:chgData name="York Citynew" userId="788dd143c5a18d66" providerId="LiveId" clId="{CF6A8858-4ADF-44CB-93B3-CFB5C9AE6374}" dt="2023-11-15T22:14:46.501" v="1284"/>
          <ac:spMkLst>
            <pc:docMk/>
            <pc:sldMk cId="3166828311" sldId="278"/>
            <ac:spMk id="28" creationId="{DC4B94E1-A7B9-F19F-76CF-8C6D2BFFBE6A}"/>
          </ac:spMkLst>
        </pc:spChg>
        <pc:spChg chg="add del mod">
          <ac:chgData name="York Citynew" userId="788dd143c5a18d66" providerId="LiveId" clId="{CF6A8858-4ADF-44CB-93B3-CFB5C9AE6374}" dt="2023-11-15T22:14:46.501" v="1284"/>
          <ac:spMkLst>
            <pc:docMk/>
            <pc:sldMk cId="3166828311" sldId="278"/>
            <ac:spMk id="29" creationId="{DE6095AC-E389-5257-5459-85F55DD9A1A8}"/>
          </ac:spMkLst>
        </pc:spChg>
        <pc:spChg chg="add del mod">
          <ac:chgData name="York Citynew" userId="788dd143c5a18d66" providerId="LiveId" clId="{CF6A8858-4ADF-44CB-93B3-CFB5C9AE6374}" dt="2023-11-15T22:14:46.501" v="1284"/>
          <ac:spMkLst>
            <pc:docMk/>
            <pc:sldMk cId="3166828311" sldId="278"/>
            <ac:spMk id="30" creationId="{3238A937-951A-ED34-BBA0-72160BFC98BE}"/>
          </ac:spMkLst>
        </pc:spChg>
        <pc:spChg chg="add mod">
          <ac:chgData name="York Citynew" userId="788dd143c5a18d66" providerId="LiveId" clId="{CF6A8858-4ADF-44CB-93B3-CFB5C9AE6374}" dt="2023-11-15T22:15:37.425" v="1293" actId="571"/>
          <ac:spMkLst>
            <pc:docMk/>
            <pc:sldMk cId="3166828311" sldId="278"/>
            <ac:spMk id="31" creationId="{862DC3CB-E3C2-E645-B9E5-6A13265B9239}"/>
          </ac:spMkLst>
        </pc:spChg>
        <pc:spChg chg="add mod">
          <ac:chgData name="York Citynew" userId="788dd143c5a18d66" providerId="LiveId" clId="{CF6A8858-4ADF-44CB-93B3-CFB5C9AE6374}" dt="2023-11-15T22:15:37.425" v="1293" actId="571"/>
          <ac:spMkLst>
            <pc:docMk/>
            <pc:sldMk cId="3166828311" sldId="278"/>
            <ac:spMk id="32" creationId="{E7858034-FB1C-B739-D7F6-D926BC608CE6}"/>
          </ac:spMkLst>
        </pc:spChg>
        <pc:spChg chg="add mod">
          <ac:chgData name="York Citynew" userId="788dd143c5a18d66" providerId="LiveId" clId="{CF6A8858-4ADF-44CB-93B3-CFB5C9AE6374}" dt="2023-11-15T22:15:37.425" v="1293" actId="571"/>
          <ac:spMkLst>
            <pc:docMk/>
            <pc:sldMk cId="3166828311" sldId="278"/>
            <ac:spMk id="33" creationId="{451E7E5A-19E2-9AAD-0303-0CAF86E86708}"/>
          </ac:spMkLst>
        </pc:spChg>
        <pc:spChg chg="add mod">
          <ac:chgData name="York Citynew" userId="788dd143c5a18d66" providerId="LiveId" clId="{CF6A8858-4ADF-44CB-93B3-CFB5C9AE6374}" dt="2023-11-15T22:15:37.425" v="1293" actId="571"/>
          <ac:spMkLst>
            <pc:docMk/>
            <pc:sldMk cId="3166828311" sldId="278"/>
            <ac:spMk id="34" creationId="{CCB77CB9-DC67-7D63-9894-73428F62FFF9}"/>
          </ac:spMkLst>
        </pc:spChg>
        <pc:spChg chg="add mod">
          <ac:chgData name="York Citynew" userId="788dd143c5a18d66" providerId="LiveId" clId="{CF6A8858-4ADF-44CB-93B3-CFB5C9AE6374}" dt="2023-11-15T22:15:37.425" v="1293" actId="571"/>
          <ac:spMkLst>
            <pc:docMk/>
            <pc:sldMk cId="3166828311" sldId="278"/>
            <ac:spMk id="35" creationId="{35920310-278D-30B0-2250-BB8E52961CD3}"/>
          </ac:spMkLst>
        </pc:spChg>
        <pc:spChg chg="add mod">
          <ac:chgData name="York Citynew" userId="788dd143c5a18d66" providerId="LiveId" clId="{CF6A8858-4ADF-44CB-93B3-CFB5C9AE6374}" dt="2023-11-15T22:15:37.425" v="1293" actId="571"/>
          <ac:spMkLst>
            <pc:docMk/>
            <pc:sldMk cId="3166828311" sldId="278"/>
            <ac:spMk id="36" creationId="{28EB4F8B-9FAE-5A58-B2E7-288CD10B21A2}"/>
          </ac:spMkLst>
        </pc:spChg>
        <pc:spChg chg="add mod">
          <ac:chgData name="York Citynew" userId="788dd143c5a18d66" providerId="LiveId" clId="{CF6A8858-4ADF-44CB-93B3-CFB5C9AE6374}" dt="2023-11-15T22:15:37.425" v="1293" actId="571"/>
          <ac:spMkLst>
            <pc:docMk/>
            <pc:sldMk cId="3166828311" sldId="278"/>
            <ac:spMk id="37" creationId="{2BBC900B-7005-2A82-FF23-E9A3A0422646}"/>
          </ac:spMkLst>
        </pc:spChg>
        <pc:spChg chg="add mod">
          <ac:chgData name="York Citynew" userId="788dd143c5a18d66" providerId="LiveId" clId="{CF6A8858-4ADF-44CB-93B3-CFB5C9AE6374}" dt="2023-11-15T22:15:37.425" v="1293" actId="571"/>
          <ac:spMkLst>
            <pc:docMk/>
            <pc:sldMk cId="3166828311" sldId="278"/>
            <ac:spMk id="38" creationId="{6F609A24-86DC-FFE6-A0FA-B918A0B04967}"/>
          </ac:spMkLst>
        </pc:spChg>
        <pc:spChg chg="add mod">
          <ac:chgData name="York Citynew" userId="788dd143c5a18d66" providerId="LiveId" clId="{CF6A8858-4ADF-44CB-93B3-CFB5C9AE6374}" dt="2023-11-15T22:15:37.425" v="1293" actId="571"/>
          <ac:spMkLst>
            <pc:docMk/>
            <pc:sldMk cId="3166828311" sldId="278"/>
            <ac:spMk id="39" creationId="{657658B2-7594-0F99-BC11-620631341718}"/>
          </ac:spMkLst>
        </pc:spChg>
        <pc:spChg chg="add mod">
          <ac:chgData name="York Citynew" userId="788dd143c5a18d66" providerId="LiveId" clId="{CF6A8858-4ADF-44CB-93B3-CFB5C9AE6374}" dt="2023-11-15T22:15:37.425" v="1293" actId="571"/>
          <ac:spMkLst>
            <pc:docMk/>
            <pc:sldMk cId="3166828311" sldId="278"/>
            <ac:spMk id="40" creationId="{0B78EF20-D59D-7313-2FC2-3E388C60B4EA}"/>
          </ac:spMkLst>
        </pc:spChg>
        <pc:spChg chg="add mod">
          <ac:chgData name="York Citynew" userId="788dd143c5a18d66" providerId="LiveId" clId="{CF6A8858-4ADF-44CB-93B3-CFB5C9AE6374}" dt="2023-11-15T22:15:37.425" v="1293" actId="571"/>
          <ac:spMkLst>
            <pc:docMk/>
            <pc:sldMk cId="3166828311" sldId="278"/>
            <ac:spMk id="41" creationId="{2A879127-404C-050D-2258-7331FEFB3A24}"/>
          </ac:spMkLst>
        </pc:spChg>
        <pc:spChg chg="add mod">
          <ac:chgData name="York Citynew" userId="788dd143c5a18d66" providerId="LiveId" clId="{CF6A8858-4ADF-44CB-93B3-CFB5C9AE6374}" dt="2023-11-15T22:15:37.425" v="1293" actId="571"/>
          <ac:spMkLst>
            <pc:docMk/>
            <pc:sldMk cId="3166828311" sldId="278"/>
            <ac:spMk id="42" creationId="{020F8B46-A2EC-29D1-F514-7EA617C954AD}"/>
          </ac:spMkLst>
        </pc:spChg>
        <pc:spChg chg="add mod">
          <ac:chgData name="York Citynew" userId="788dd143c5a18d66" providerId="LiveId" clId="{CF6A8858-4ADF-44CB-93B3-CFB5C9AE6374}" dt="2023-11-15T22:15:37.425" v="1293" actId="571"/>
          <ac:spMkLst>
            <pc:docMk/>
            <pc:sldMk cId="3166828311" sldId="278"/>
            <ac:spMk id="43" creationId="{A6FC64CA-6E53-B481-B581-697FCA4B7FA7}"/>
          </ac:spMkLst>
        </pc:spChg>
        <pc:spChg chg="add mod">
          <ac:chgData name="York Citynew" userId="788dd143c5a18d66" providerId="LiveId" clId="{CF6A8858-4ADF-44CB-93B3-CFB5C9AE6374}" dt="2023-11-15T22:15:37.425" v="1293" actId="571"/>
          <ac:spMkLst>
            <pc:docMk/>
            <pc:sldMk cId="3166828311" sldId="278"/>
            <ac:spMk id="44" creationId="{E07DC061-9E79-390B-26BD-8A796B727A05}"/>
          </ac:spMkLst>
        </pc:spChg>
        <pc:spChg chg="add mod">
          <ac:chgData name="York Citynew" userId="788dd143c5a18d66" providerId="LiveId" clId="{CF6A8858-4ADF-44CB-93B3-CFB5C9AE6374}" dt="2023-11-15T22:15:37.425" v="1293" actId="571"/>
          <ac:spMkLst>
            <pc:docMk/>
            <pc:sldMk cId="3166828311" sldId="278"/>
            <ac:spMk id="45" creationId="{ADFCD5E7-9B1D-CFF7-CAF1-5F6D7B0DEB53}"/>
          </ac:spMkLst>
        </pc:spChg>
        <pc:spChg chg="add mod">
          <ac:chgData name="York Citynew" userId="788dd143c5a18d66" providerId="LiveId" clId="{CF6A8858-4ADF-44CB-93B3-CFB5C9AE6374}" dt="2023-11-15T22:15:37.425" v="1293" actId="571"/>
          <ac:spMkLst>
            <pc:docMk/>
            <pc:sldMk cId="3166828311" sldId="278"/>
            <ac:spMk id="46" creationId="{8BFC1BCC-AA89-2099-85B4-8DE7663014C5}"/>
          </ac:spMkLst>
        </pc:spChg>
        <pc:spChg chg="add del mod">
          <ac:chgData name="York Citynew" userId="788dd143c5a18d66" providerId="LiveId" clId="{CF6A8858-4ADF-44CB-93B3-CFB5C9AE6374}" dt="2023-11-15T22:15:33.480" v="1290"/>
          <ac:spMkLst>
            <pc:docMk/>
            <pc:sldMk cId="3166828311" sldId="278"/>
            <ac:spMk id="47" creationId="{905FBF65-500E-AA43-F131-9158D6532AE2}"/>
          </ac:spMkLst>
        </pc:spChg>
        <pc:spChg chg="add del mod">
          <ac:chgData name="York Citynew" userId="788dd143c5a18d66" providerId="LiveId" clId="{CF6A8858-4ADF-44CB-93B3-CFB5C9AE6374}" dt="2023-11-15T22:15:33.480" v="1290"/>
          <ac:spMkLst>
            <pc:docMk/>
            <pc:sldMk cId="3166828311" sldId="278"/>
            <ac:spMk id="48" creationId="{C0241027-7D75-A15F-A9F0-9AF9CC504C4C}"/>
          </ac:spMkLst>
        </pc:spChg>
        <pc:spChg chg="add del mod">
          <ac:chgData name="York Citynew" userId="788dd143c5a18d66" providerId="LiveId" clId="{CF6A8858-4ADF-44CB-93B3-CFB5C9AE6374}" dt="2023-11-15T22:15:33.480" v="1290"/>
          <ac:spMkLst>
            <pc:docMk/>
            <pc:sldMk cId="3166828311" sldId="278"/>
            <ac:spMk id="49" creationId="{96593B88-3B3C-64D9-A52E-712E88B55939}"/>
          </ac:spMkLst>
        </pc:spChg>
        <pc:spChg chg="add del mod">
          <ac:chgData name="York Citynew" userId="788dd143c5a18d66" providerId="LiveId" clId="{CF6A8858-4ADF-44CB-93B3-CFB5C9AE6374}" dt="2023-11-15T22:15:33.480" v="1290"/>
          <ac:spMkLst>
            <pc:docMk/>
            <pc:sldMk cId="3166828311" sldId="278"/>
            <ac:spMk id="50" creationId="{E20CB4B0-E637-8089-3534-5FFCD3A0179A}"/>
          </ac:spMkLst>
        </pc:spChg>
        <pc:spChg chg="add del mod">
          <ac:chgData name="York Citynew" userId="788dd143c5a18d66" providerId="LiveId" clId="{CF6A8858-4ADF-44CB-93B3-CFB5C9AE6374}" dt="2023-11-15T22:15:33.480" v="1290"/>
          <ac:spMkLst>
            <pc:docMk/>
            <pc:sldMk cId="3166828311" sldId="278"/>
            <ac:spMk id="51" creationId="{4FE652C6-2D52-C871-56A8-847FA038F87D}"/>
          </ac:spMkLst>
        </pc:spChg>
        <pc:spChg chg="add del mod">
          <ac:chgData name="York Citynew" userId="788dd143c5a18d66" providerId="LiveId" clId="{CF6A8858-4ADF-44CB-93B3-CFB5C9AE6374}" dt="2023-11-15T22:15:33.480" v="1290"/>
          <ac:spMkLst>
            <pc:docMk/>
            <pc:sldMk cId="3166828311" sldId="278"/>
            <ac:spMk id="52" creationId="{315F938E-0B14-0728-C470-9A144F316BE5}"/>
          </ac:spMkLst>
        </pc:spChg>
        <pc:spChg chg="add del mod">
          <ac:chgData name="York Citynew" userId="788dd143c5a18d66" providerId="LiveId" clId="{CF6A8858-4ADF-44CB-93B3-CFB5C9AE6374}" dt="2023-11-15T22:15:33.480" v="1290"/>
          <ac:spMkLst>
            <pc:docMk/>
            <pc:sldMk cId="3166828311" sldId="278"/>
            <ac:spMk id="53" creationId="{CEB09A63-2489-BC21-5A5D-34A73E15A355}"/>
          </ac:spMkLst>
        </pc:spChg>
        <pc:spChg chg="add del mod">
          <ac:chgData name="York Citynew" userId="788dd143c5a18d66" providerId="LiveId" clId="{CF6A8858-4ADF-44CB-93B3-CFB5C9AE6374}" dt="2023-11-15T22:15:33.480" v="1290"/>
          <ac:spMkLst>
            <pc:docMk/>
            <pc:sldMk cId="3166828311" sldId="278"/>
            <ac:spMk id="54" creationId="{C060BC73-C333-BDC3-3A1F-EEB09AD0904B}"/>
          </ac:spMkLst>
        </pc:spChg>
        <pc:spChg chg="add del mod">
          <ac:chgData name="York Citynew" userId="788dd143c5a18d66" providerId="LiveId" clId="{CF6A8858-4ADF-44CB-93B3-CFB5C9AE6374}" dt="2023-11-15T22:15:33.480" v="1290"/>
          <ac:spMkLst>
            <pc:docMk/>
            <pc:sldMk cId="3166828311" sldId="278"/>
            <ac:spMk id="55" creationId="{C7E545D1-8081-E1C8-371F-24FB2BD95229}"/>
          </ac:spMkLst>
        </pc:spChg>
        <pc:spChg chg="add del mod">
          <ac:chgData name="York Citynew" userId="788dd143c5a18d66" providerId="LiveId" clId="{CF6A8858-4ADF-44CB-93B3-CFB5C9AE6374}" dt="2023-11-15T22:15:33.480" v="1290"/>
          <ac:spMkLst>
            <pc:docMk/>
            <pc:sldMk cId="3166828311" sldId="278"/>
            <ac:spMk id="56" creationId="{964DF8B9-B459-DA2D-3EB4-097B3A42B9A2}"/>
          </ac:spMkLst>
        </pc:spChg>
        <pc:spChg chg="add del mod">
          <ac:chgData name="York Citynew" userId="788dd143c5a18d66" providerId="LiveId" clId="{CF6A8858-4ADF-44CB-93B3-CFB5C9AE6374}" dt="2023-11-15T22:15:33.480" v="1290"/>
          <ac:spMkLst>
            <pc:docMk/>
            <pc:sldMk cId="3166828311" sldId="278"/>
            <ac:spMk id="57" creationId="{F587505C-9281-EB77-600C-8E0FD6156D82}"/>
          </ac:spMkLst>
        </pc:spChg>
        <pc:spChg chg="add del mod">
          <ac:chgData name="York Citynew" userId="788dd143c5a18d66" providerId="LiveId" clId="{CF6A8858-4ADF-44CB-93B3-CFB5C9AE6374}" dt="2023-11-15T22:15:33.480" v="1290"/>
          <ac:spMkLst>
            <pc:docMk/>
            <pc:sldMk cId="3166828311" sldId="278"/>
            <ac:spMk id="58" creationId="{3E364074-1E7E-15D3-0F51-E2657CD03C08}"/>
          </ac:spMkLst>
        </pc:spChg>
        <pc:spChg chg="add del mod">
          <ac:chgData name="York Citynew" userId="788dd143c5a18d66" providerId="LiveId" clId="{CF6A8858-4ADF-44CB-93B3-CFB5C9AE6374}" dt="2023-11-15T22:15:33.480" v="1290"/>
          <ac:spMkLst>
            <pc:docMk/>
            <pc:sldMk cId="3166828311" sldId="278"/>
            <ac:spMk id="59" creationId="{34759322-0EE7-D85E-B355-4045D3C393A4}"/>
          </ac:spMkLst>
        </pc:spChg>
        <pc:spChg chg="add del mod">
          <ac:chgData name="York Citynew" userId="788dd143c5a18d66" providerId="LiveId" clId="{CF6A8858-4ADF-44CB-93B3-CFB5C9AE6374}" dt="2023-11-15T22:15:33.480" v="1290"/>
          <ac:spMkLst>
            <pc:docMk/>
            <pc:sldMk cId="3166828311" sldId="278"/>
            <ac:spMk id="60" creationId="{7399FA72-B747-64BF-8663-CDF032449FAD}"/>
          </ac:spMkLst>
        </pc:spChg>
        <pc:spChg chg="add del mod">
          <ac:chgData name="York Citynew" userId="788dd143c5a18d66" providerId="LiveId" clId="{CF6A8858-4ADF-44CB-93B3-CFB5C9AE6374}" dt="2023-11-15T22:15:33.480" v="1290"/>
          <ac:spMkLst>
            <pc:docMk/>
            <pc:sldMk cId="3166828311" sldId="278"/>
            <ac:spMk id="61" creationId="{020EAE43-8357-CAF9-7D49-B95BEED1B57A}"/>
          </ac:spMkLst>
        </pc:spChg>
        <pc:spChg chg="add del mod">
          <ac:chgData name="York Citynew" userId="788dd143c5a18d66" providerId="LiveId" clId="{CF6A8858-4ADF-44CB-93B3-CFB5C9AE6374}" dt="2023-11-15T22:15:33.480" v="1290"/>
          <ac:spMkLst>
            <pc:docMk/>
            <pc:sldMk cId="3166828311" sldId="278"/>
            <ac:spMk id="62" creationId="{A35EF07E-9E1F-FC2C-461A-13CFD6D61756}"/>
          </ac:spMkLst>
        </pc:spChg>
        <pc:spChg chg="add del mod">
          <ac:chgData name="York Citynew" userId="788dd143c5a18d66" providerId="LiveId" clId="{CF6A8858-4ADF-44CB-93B3-CFB5C9AE6374}" dt="2023-11-15T22:15:33.480" v="1290"/>
          <ac:spMkLst>
            <pc:docMk/>
            <pc:sldMk cId="3166828311" sldId="278"/>
            <ac:spMk id="63" creationId="{117F3438-C518-CC4B-260D-C8379BEBE102}"/>
          </ac:spMkLst>
        </pc:spChg>
        <pc:spChg chg="add del mod">
          <ac:chgData name="York Citynew" userId="788dd143c5a18d66" providerId="LiveId" clId="{CF6A8858-4ADF-44CB-93B3-CFB5C9AE6374}" dt="2023-11-15T22:15:33.480" v="1290"/>
          <ac:spMkLst>
            <pc:docMk/>
            <pc:sldMk cId="3166828311" sldId="278"/>
            <ac:spMk id="64" creationId="{55612469-E2E9-C59A-38CF-018C6282CECB}"/>
          </ac:spMkLst>
        </pc:spChg>
        <pc:spChg chg="add del mod">
          <ac:chgData name="York Citynew" userId="788dd143c5a18d66" providerId="LiveId" clId="{CF6A8858-4ADF-44CB-93B3-CFB5C9AE6374}" dt="2023-11-15T22:15:33.480" v="1290"/>
          <ac:spMkLst>
            <pc:docMk/>
            <pc:sldMk cId="3166828311" sldId="278"/>
            <ac:spMk id="65" creationId="{5340B0CB-8E7C-33A8-6B79-B1C9464656AA}"/>
          </ac:spMkLst>
        </pc:spChg>
        <pc:spChg chg="add del mod">
          <ac:chgData name="York Citynew" userId="788dd143c5a18d66" providerId="LiveId" clId="{CF6A8858-4ADF-44CB-93B3-CFB5C9AE6374}" dt="2023-11-15T22:15:33.480" v="1290"/>
          <ac:spMkLst>
            <pc:docMk/>
            <pc:sldMk cId="3166828311" sldId="278"/>
            <ac:spMk id="66" creationId="{5121503C-411F-93A0-940C-4993BF188C1C}"/>
          </ac:spMkLst>
        </pc:spChg>
        <pc:spChg chg="add del mod">
          <ac:chgData name="York Citynew" userId="788dd143c5a18d66" providerId="LiveId" clId="{CF6A8858-4ADF-44CB-93B3-CFB5C9AE6374}" dt="2023-11-15T22:15:33.480" v="1290"/>
          <ac:spMkLst>
            <pc:docMk/>
            <pc:sldMk cId="3166828311" sldId="278"/>
            <ac:spMk id="67" creationId="{BEAB1A93-5090-B9B2-C174-BB3B93C013A8}"/>
          </ac:spMkLst>
        </pc:spChg>
        <pc:spChg chg="add del mod">
          <ac:chgData name="York Citynew" userId="788dd143c5a18d66" providerId="LiveId" clId="{CF6A8858-4ADF-44CB-93B3-CFB5C9AE6374}" dt="2023-11-15T22:15:33.480" v="1290"/>
          <ac:spMkLst>
            <pc:docMk/>
            <pc:sldMk cId="3166828311" sldId="278"/>
            <ac:spMk id="68" creationId="{C97C6F54-0345-681A-231F-741C82813AD0}"/>
          </ac:spMkLst>
        </pc:spChg>
        <pc:spChg chg="add del mod">
          <ac:chgData name="York Citynew" userId="788dd143c5a18d66" providerId="LiveId" clId="{CF6A8858-4ADF-44CB-93B3-CFB5C9AE6374}" dt="2023-11-15T22:15:33.480" v="1290"/>
          <ac:spMkLst>
            <pc:docMk/>
            <pc:sldMk cId="3166828311" sldId="278"/>
            <ac:spMk id="69" creationId="{DC7C804A-CD46-BF4B-A76F-24E7C0392A11}"/>
          </ac:spMkLst>
        </pc:spChg>
        <pc:spChg chg="add del mod">
          <ac:chgData name="York Citynew" userId="788dd143c5a18d66" providerId="LiveId" clId="{CF6A8858-4ADF-44CB-93B3-CFB5C9AE6374}" dt="2023-11-15T22:15:33.480" v="1290"/>
          <ac:spMkLst>
            <pc:docMk/>
            <pc:sldMk cId="3166828311" sldId="278"/>
            <ac:spMk id="70" creationId="{0B087E82-AE45-2CE9-39B1-8F4A15957776}"/>
          </ac:spMkLst>
        </pc:spChg>
        <pc:spChg chg="add del mod">
          <ac:chgData name="York Citynew" userId="788dd143c5a18d66" providerId="LiveId" clId="{CF6A8858-4ADF-44CB-93B3-CFB5C9AE6374}" dt="2023-11-15T22:15:33.480" v="1290"/>
          <ac:spMkLst>
            <pc:docMk/>
            <pc:sldMk cId="3166828311" sldId="278"/>
            <ac:spMk id="71" creationId="{E13145FD-3390-103D-2113-735215618A03}"/>
          </ac:spMkLst>
        </pc:spChg>
        <pc:spChg chg="add del mod">
          <ac:chgData name="York Citynew" userId="788dd143c5a18d66" providerId="LiveId" clId="{CF6A8858-4ADF-44CB-93B3-CFB5C9AE6374}" dt="2023-11-15T22:15:33.480" v="1290"/>
          <ac:spMkLst>
            <pc:docMk/>
            <pc:sldMk cId="3166828311" sldId="278"/>
            <ac:spMk id="72" creationId="{F8F0C98D-931A-1C5F-E8EB-6FEB4724F755}"/>
          </ac:spMkLst>
        </pc:spChg>
        <pc:spChg chg="add del mod">
          <ac:chgData name="York Citynew" userId="788dd143c5a18d66" providerId="LiveId" clId="{CF6A8858-4ADF-44CB-93B3-CFB5C9AE6374}" dt="2023-11-15T22:15:33.480" v="1290"/>
          <ac:spMkLst>
            <pc:docMk/>
            <pc:sldMk cId="3166828311" sldId="278"/>
            <ac:spMk id="73" creationId="{A9A0986B-9D79-F777-C1B9-1D0E371CF57D}"/>
          </ac:spMkLst>
        </pc:spChg>
        <pc:spChg chg="add del mod">
          <ac:chgData name="York Citynew" userId="788dd143c5a18d66" providerId="LiveId" clId="{CF6A8858-4ADF-44CB-93B3-CFB5C9AE6374}" dt="2023-11-15T22:15:33.480" v="1290"/>
          <ac:spMkLst>
            <pc:docMk/>
            <pc:sldMk cId="3166828311" sldId="278"/>
            <ac:spMk id="74" creationId="{0D8E121A-5840-E488-8C0E-AAC97F788916}"/>
          </ac:spMkLst>
        </pc:spChg>
        <pc:spChg chg="add del mod">
          <ac:chgData name="York Citynew" userId="788dd143c5a18d66" providerId="LiveId" clId="{CF6A8858-4ADF-44CB-93B3-CFB5C9AE6374}" dt="2023-11-15T22:15:33.480" v="1290"/>
          <ac:spMkLst>
            <pc:docMk/>
            <pc:sldMk cId="3166828311" sldId="278"/>
            <ac:spMk id="75" creationId="{83EC0304-F7AB-6068-7D7F-7BD0D138F712}"/>
          </ac:spMkLst>
        </pc:spChg>
        <pc:spChg chg="add del mod">
          <ac:chgData name="York Citynew" userId="788dd143c5a18d66" providerId="LiveId" clId="{CF6A8858-4ADF-44CB-93B3-CFB5C9AE6374}" dt="2023-11-15T22:15:33.480" v="1290"/>
          <ac:spMkLst>
            <pc:docMk/>
            <pc:sldMk cId="3166828311" sldId="278"/>
            <ac:spMk id="76" creationId="{424BF578-543A-7E6C-4F1A-EA9F27E08F3F}"/>
          </ac:spMkLst>
        </pc:spChg>
        <pc:spChg chg="add del mod">
          <ac:chgData name="York Citynew" userId="788dd143c5a18d66" providerId="LiveId" clId="{CF6A8858-4ADF-44CB-93B3-CFB5C9AE6374}" dt="2023-11-15T22:15:33.480" v="1290"/>
          <ac:spMkLst>
            <pc:docMk/>
            <pc:sldMk cId="3166828311" sldId="278"/>
            <ac:spMk id="77" creationId="{25EA38CA-C631-B891-1FAA-38759970040B}"/>
          </ac:spMkLst>
        </pc:spChg>
        <pc:spChg chg="add del mod">
          <ac:chgData name="York Citynew" userId="788dd143c5a18d66" providerId="LiveId" clId="{CF6A8858-4ADF-44CB-93B3-CFB5C9AE6374}" dt="2023-11-15T22:15:33.480" v="1290"/>
          <ac:spMkLst>
            <pc:docMk/>
            <pc:sldMk cId="3166828311" sldId="278"/>
            <ac:spMk id="78" creationId="{53221D47-3595-363B-9D0B-82FCD0005136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79" creationId="{7F712380-7973-9D8F-3CCD-7961BD0943AF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80" creationId="{C22FA1F4-08A2-8945-F887-DBFC7758A97A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81" creationId="{7EEB083B-296C-D9A3-8956-2AD3B89A80E7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82" creationId="{CEAA804F-585E-D46E-2612-6EB1023B1C8B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83" creationId="{A5BCD139-7479-B63F-EF0A-D7AE058E3DD0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84" creationId="{722B3D35-6F63-E4AD-025E-9A155A508017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85" creationId="{5F1032A3-164E-AF1F-8A40-9730918E02B9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86" creationId="{F556A2E3-38E5-115D-9FFF-D8E1993C4BD1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87" creationId="{F6CBF6A1-507F-C200-CB4A-1AE2362E40D3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88" creationId="{30A029B3-2D71-F28F-8A6B-84DEC51A0444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89" creationId="{BCB19203-68A1-0688-39F0-BA84B3CF391A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90" creationId="{44BABC8C-30F1-6B1E-7C24-6D91E99A7F75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91" creationId="{9B18CDEE-B654-118D-510F-1531E40D1229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92" creationId="{918A3044-7C81-3A2E-3C50-4022DB037AFF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93" creationId="{61F99499-C0DE-80AC-9D16-CED44766E8FE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94" creationId="{2D579FC8-A8E2-3A30-E80B-C50B3DFE94AC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95" creationId="{CFAF0992-209F-7232-C27B-9C53D0631F88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96" creationId="{79E6C7EB-FC0A-F561-90F1-981177211159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97" creationId="{DB2897CD-CE9D-3550-40CF-2A959F3982D2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98" creationId="{2762554B-D5E7-948A-885E-B881A4C9DE92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99" creationId="{B420F9D1-70DF-CC3C-553E-CA09C609C671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00" creationId="{D39E9027-7E68-60A4-01A4-388156B06CC6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01" creationId="{E319BDE6-62D1-3EC8-BB7B-68C64EDBD4F3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02" creationId="{33BB0DDC-4139-3222-892C-75693AEEB432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03" creationId="{E40E7364-3C9D-38C5-D31F-FE1DFB0067E1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04" creationId="{BF04E862-3AB8-FC39-55BC-CFF3F787B326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05" creationId="{0FA1FDA9-D30B-A981-BB1A-07FE5CD94338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06" creationId="{5964ED16-DDBF-8D98-66D7-3EDCDD92C7AD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07" creationId="{1FDFB3D6-3641-35D3-CAE2-725663A0566D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08" creationId="{AEA41A0E-33AA-4650-F278-3783A63A2604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09" creationId="{63DCDC85-99B3-7A88-C240-6551C9FF0ABB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10" creationId="{38A0213D-BBE1-922C-D673-F36AD93396F4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11" creationId="{8CAA4A3F-76CE-3958-13F8-2761E7BFEC22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12" creationId="{F6C56400-88B0-156A-20EF-17E09A2C7FA7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13" creationId="{73EAB58D-0E7A-5D5A-E773-83BFCA4B2307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14" creationId="{09EAFE2B-C5CA-4B7F-ACB1-A718C6955411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15" creationId="{CD22DA13-2747-1B61-E5A1-F0E6693461D8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16" creationId="{A20C8EE7-EA08-CDAE-0028-652E7F78B605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17" creationId="{13809D83-9E44-8C42-517A-AE651A37F5B3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18" creationId="{765399A6-6A91-E3F4-76D4-5FA5AAB70F8C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19" creationId="{FA730EE7-1E68-E0A5-9B27-F2774C46E94D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20" creationId="{5222A230-53CA-4D47-F69F-601DBE698D6E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21" creationId="{E203B8EE-B682-A2DC-C607-7F37CF36DE4D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22" creationId="{A4E435E5-06C5-C3A5-B8C7-86369B7DAEAC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23" creationId="{E5E03743-CFFA-4488-8296-CE5C72670ED5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24" creationId="{FA7BDDAA-4948-E201-6E4A-AEBBF806DEC4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25" creationId="{7A7BC35C-CDA9-510B-9522-F18F4D9C30DA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26" creationId="{D429C31E-1065-D070-2CA1-6BE07F8241EF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27" creationId="{A5EFB2D0-6ED3-DBCC-F9D9-C70B7971D4CF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28" creationId="{5E178C8F-ADD5-286F-31D0-64407875EE8D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29" creationId="{26A878D3-693B-DAEE-2A7A-779989B3102F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30" creationId="{D72F1AFC-7E0E-D40C-CD12-0FD366194EBA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31" creationId="{20686BF3-78F3-9A59-C7B5-C7F7144F4BC2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32" creationId="{A3C2E83A-4047-6097-7868-F4892ECAD4EA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33" creationId="{46A139C1-10E7-4B54-C06A-55FA7DC7404C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34" creationId="{1AEC0A62-8095-A754-1635-565A8B74BA70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35" creationId="{C6202D6F-6CAE-BA73-45F5-8EA18BC37C17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36" creationId="{204318ED-4DFD-490A-93B5-BEF08CB85201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37" creationId="{51D473CE-E3EF-B228-A834-6BB5A7E0B8B0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38" creationId="{1971FA55-C28F-0874-B8AB-5EDDF2980B33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39" creationId="{5A393A77-4543-2FEE-D4E1-694DE0FFD6BB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40" creationId="{5DB7E233-9E2D-9C55-F94E-1078CC2A1E67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41" creationId="{1ECFCDAD-AE08-37CB-DD93-BEAC4092DEC0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42" creationId="{4ED36E15-4221-04B5-E803-1DAF4245C9A5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43" creationId="{E6257E7F-0F16-BAA0-2354-D33E761DBE83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44" creationId="{3DF1355C-FE1D-5F62-4530-12705DF73B7A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45" creationId="{ECBBEDE6-81E7-8686-BD3D-7DB453599672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46" creationId="{CEC866A3-7468-EB39-2CD7-13CB0D0777DA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47" creationId="{41ADB83B-3B85-76C6-5D19-4406BEC1A30B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48" creationId="{684485CB-A5D1-63C9-2EA6-2AADC89154D9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49" creationId="{64EF9993-3C93-9022-40D7-4299FB22CB77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50" creationId="{9F25A400-9C4A-3ECB-7ADB-DA06862EF298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51" creationId="{B7180596-E667-85FF-4F87-0A9AFB051EF3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52" creationId="{D9082BEE-F79C-3152-B6B7-726DEA1986FC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53" creationId="{31B7AF64-FDE6-8FEC-73C6-9D14940AAB83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54" creationId="{DE32C47D-505D-F5DD-DEDF-40694F9A481D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55" creationId="{2EBB795D-7A28-379B-A0D8-5705A6CE8974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56" creationId="{663993BA-CB66-D070-AD82-88CD600E4A60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57" creationId="{3D59DCF2-7033-9789-2BAC-A8C4EEF4842F}"/>
          </ac:spMkLst>
        </pc:spChg>
        <pc:spChg chg="add mod">
          <ac:chgData name="York Citynew" userId="788dd143c5a18d66" providerId="LiveId" clId="{CF6A8858-4ADF-44CB-93B3-CFB5C9AE6374}" dt="2023-11-15T22:25:28.370" v="1535" actId="207"/>
          <ac:spMkLst>
            <pc:docMk/>
            <pc:sldMk cId="3166828311" sldId="278"/>
            <ac:spMk id="158" creationId="{50304D7A-B9AB-7905-BA18-188E9105BE51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159" creationId="{C6AED866-B408-5507-1FA6-1E5C3B1BD5AC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160" creationId="{2593E28F-B885-D1C9-2843-86F7B3D5F352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161" creationId="{9DF850AE-96C0-ABC7-C408-C6471330AADF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162" creationId="{4CCA455A-F3F3-AA21-2CBA-BBA3A92966B5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163" creationId="{B9705EBC-229A-2128-9585-260D52F4E57A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164" creationId="{0E9D97C9-489C-5BD6-4EB8-D6F6C7BAD595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165" creationId="{98F4B95E-026F-424D-BA2D-4694E3C76AC8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166" creationId="{3104352B-380F-CA8F-41E8-8D21648E67A9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167" creationId="{EF36E282-0FAE-290D-4DDA-E77B66EFE43B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168" creationId="{C0574F54-518E-63AD-48DC-FA50B6B1E074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169" creationId="{8C127100-77E9-C672-F367-47990A4243C2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170" creationId="{B8D9EC5C-8507-435E-86F4-A359F9F31DFB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171" creationId="{050972A3-FF51-3B8C-21ED-65FB787CED04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172" creationId="{050F70BE-4399-F390-02B8-D7135FC97541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173" creationId="{2C44FB3B-DD37-F61B-3AA3-80F85BE4B1B3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174" creationId="{E3E049A7-CAAD-3354-E0B4-4C734D1A2300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175" creationId="{1E9B9BA8-A328-74CA-2850-F9EEF4CD88C5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176" creationId="{761529FE-93C6-C42C-4912-156D9DABB31A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177" creationId="{76334A63-9E41-454E-93CD-C56A01D2F033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178" creationId="{0F3BD8E1-DEE5-ED58-77F3-047D93FFE0E3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179" creationId="{DC399CDA-7304-49B9-EBE7-5B00D54AD17F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180" creationId="{0D893935-8EAB-2631-44FC-DA3EE41C8F92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181" creationId="{6CC67C59-6AAF-4F1A-DAD4-021F0D52E0AB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182" creationId="{3A6646FF-07D5-E2B4-63AE-F44D6353CAAA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183" creationId="{2807AFB7-5576-D874-FEB8-9ACC261B5F9B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184" creationId="{1C736B3F-2A00-E2D1-360F-BABC81FBB636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185" creationId="{8F05E33E-5D64-29CE-4070-CC1C02E91F7C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186" creationId="{82DBB26B-7050-9D9A-7F05-628441D9A04D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187" creationId="{B21920A1-B013-551E-CC97-B3F023470A4B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188" creationId="{800C5792-379D-9527-A451-87877B7FB630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189" creationId="{E4224C18-1DFD-B3D0-D2CE-CF5D52DFBF50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190" creationId="{0B864BCD-D3B1-4AD8-A757-A60B7928D79B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191" creationId="{996678BF-E058-FFEC-30E5-60C9CA2639F5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192" creationId="{95D56A44-FE31-F223-1108-1CA9CB7C8783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193" creationId="{3E7C9A15-F0B1-2BB3-2861-A30B5DBC6D82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194" creationId="{0378BB17-0913-8C4D-BA5D-71C1FE977D6C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195" creationId="{6E796279-6887-FA3F-DBFA-E3C104C35555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196" creationId="{E4E8C154-1F7B-F918-4AE1-ED0611CFA620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197" creationId="{DF5EE108-7A8A-80E8-F341-E58C0127D0C2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198" creationId="{34832365-0981-52B5-420A-1B17AC9CCCEE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199" creationId="{414A5736-A54F-1C74-6E5B-0F50B6E9483B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00" creationId="{D817E6B1-3B8C-3FA1-03ED-1DF163536BB9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01" creationId="{186A9063-B3EB-37C4-9C59-819E42BD60F9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02" creationId="{3659C35B-AF0B-F01C-E2CF-940515BDD681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03" creationId="{B5E4274E-D6C3-1335-C779-998A5CF4D0D8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04" creationId="{DCF19F8F-6011-E03B-7368-4898075E98FD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05" creationId="{80F5A270-3A48-1ADB-E96E-3690CA38C3FD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06" creationId="{1EBD1860-9FFE-BF36-A7D9-4761971490AC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07" creationId="{A0475B90-34EE-3EE8-4BE5-6860159A1755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08" creationId="{11D3493E-1BB9-4603-6D66-72557B1B3E6A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09" creationId="{D6EA7CE3-A578-A88C-3933-B8C029396CF9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10" creationId="{95E5D679-C8EB-AE96-72CC-1DEDA0E1E518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11" creationId="{0014AA0B-C9AA-07A2-3601-F22367EE7F30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12" creationId="{3CCAD5B7-8CD2-E910-6CA2-62C5A98DBAB0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13" creationId="{CA3F3741-94F4-D734-6DDA-6D9C6F42FDE1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14" creationId="{EEA1DDEE-9623-3B70-32C2-0412F344425A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15" creationId="{CB1451B1-30DB-B938-7D5A-3C059C241C8B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16" creationId="{9824AA43-77C5-25C6-0F47-20B43A6C3E87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17" creationId="{5CF6800C-47BA-56EB-492B-CB69643471C8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18" creationId="{0B23A5DF-C975-AB6A-86E6-60F6A9EBBCB4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19" creationId="{D6A2D419-900A-520D-4FE8-E2453F4A6C5D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20" creationId="{D97EEBE1-3C00-7573-5082-5D0D1B8FE3D2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21" creationId="{B07E4127-29DA-D751-564C-92963DBFE210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22" creationId="{12E531E0-3D82-6789-D524-391A28F0B4D9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23" creationId="{670B400E-9800-6337-B057-C3F50ABF1506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24" creationId="{470DD59D-DBE5-4CAE-D408-9AAB769F0E72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25" creationId="{A5E657E3-CDA7-CC42-F549-ABC007A082BA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26" creationId="{3597F871-7AB6-8C0B-F474-6272DF0B6536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27" creationId="{F6F874D4-A590-63DF-EF01-A6D409D22467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28" creationId="{090C4CA9-7E98-526B-4B92-83A55E2B5870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29" creationId="{DF536FE6-DCA2-89F9-C917-08BF0CAC8D4F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30" creationId="{2B42E5D9-8CA4-815D-E14A-D1FB0E7D23A4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31" creationId="{2B5AE714-CF90-E2F2-06E2-DD18DB00E2C2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32" creationId="{E3C3DC28-50D2-B997-5689-96B8326257AF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33" creationId="{34395BA1-4DB7-E2FF-15AA-2E28AD5D4AA8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34" creationId="{AE072C00-A53E-314B-EA17-939DD8C88BD3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35" creationId="{DB97EDBC-55D2-5719-2F91-F418E01A366C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36" creationId="{6953DBE0-343E-624D-6844-D8E2BAC3D803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37" creationId="{2A4D755B-1686-DBEB-21E0-41EFF6C0E01A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38" creationId="{CE85AEC3-ED6F-7187-4B62-E3F75B914412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39" creationId="{3966EB6B-A84D-B24B-7A6F-72200AADCC9D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40" creationId="{14AA43C0-D347-1002-F651-33487F8B7167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41" creationId="{0394797B-A809-F654-99C1-465D8D416A96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42" creationId="{B35F4202-AEEE-A42C-A34A-AFFEEED04870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43" creationId="{B77DDBE4-0A2A-E67B-D5AA-80E9AADEE24F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44" creationId="{D9D9BF23-80D9-4716-5853-6579B18791CF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45" creationId="{47E31EC8-F36D-FF4B-5CBE-0FFEDC180899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46" creationId="{C9A9AA4F-2EB0-698F-1AA6-E0B35E71B5F7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47" creationId="{6FCAD0BC-78EC-365C-1FEB-2032402501FB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48" creationId="{9570E16A-0537-5683-99C6-11F776C401CF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49" creationId="{E106AE88-C6E7-241D-4530-35AF7712483B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50" creationId="{E997EE6E-CDD5-017C-ECE1-CA5988DAD21B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51" creationId="{FC91F693-C86E-8D13-C1B3-4E658F08F4DD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52" creationId="{6547A66E-4BA2-FD19-DE56-B0BC387CD51B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53" creationId="{C5AF7BC8-9809-6884-AE10-0A5F556D2B72}"/>
          </ac:spMkLst>
        </pc:spChg>
        <pc:spChg chg="add mod">
          <ac:chgData name="York Citynew" userId="788dd143c5a18d66" providerId="LiveId" clId="{CF6A8858-4ADF-44CB-93B3-CFB5C9AE6374}" dt="2023-11-15T22:21:34.368" v="1427" actId="207"/>
          <ac:spMkLst>
            <pc:docMk/>
            <pc:sldMk cId="3166828311" sldId="278"/>
            <ac:spMk id="254" creationId="{1A7F5BD5-5FF5-AA7D-19EC-34D4DD5135CC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258" creationId="{248E005B-241E-C7EE-3C1E-98D9D77DC4AD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259" creationId="{D83EC28D-73AE-3ECF-653A-0BB4CC66D465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260" creationId="{2A55E9D7-78A5-7EF5-3367-AF8EAF8AD343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261" creationId="{C8C7997A-F3ED-81AE-2034-1F4F8EB3A3D1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262" creationId="{30056224-071E-63EA-2D27-3C89A003EF61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263" creationId="{BE096F47-D180-52D8-8922-DF76A2233C43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264" creationId="{3FDD75FB-8B93-3558-6FCD-D30F889BA192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265" creationId="{D0E9CC3F-F550-D87A-40CE-FAA00EBA28AC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266" creationId="{BAB8248D-664F-BF27-1A76-66F29756BEDB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267" creationId="{6C150DA0-DC89-642B-8847-375503380609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268" creationId="{E56874EC-B880-F1FA-422A-F17C5FB2705A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269" creationId="{7AEF2DF8-5451-BDE0-B96A-6A9D7AAB68FC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270" creationId="{0D2585EC-6541-BD71-D56F-2E7691AA3049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271" creationId="{CBDDE4B5-D055-F466-E1DE-9C2523DD0BD8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272" creationId="{8E08ACDA-2735-2DD4-371F-8090065BC85D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273" creationId="{F91885F8-90D3-3BF3-374C-FF29493F9F2C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274" creationId="{7F802AE9-FD3E-E37E-983B-ED2C64F93174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275" creationId="{CF66EAB8-5723-95AF-351E-E65A7AEEA166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276" creationId="{986F74F8-2736-15A2-3391-FC05BDAA63F3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277" creationId="{F5AB29FE-AF50-3561-BC98-4F3BFDFCC3FC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278" creationId="{4B7281FE-C796-008D-0A48-912E3C4C3A5C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279" creationId="{F27D18F1-43CD-86F4-B4D8-3719B07D1FE4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280" creationId="{69E79BAB-6E49-F110-DFF9-BFFC0850891A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281" creationId="{C82BFCC8-44E3-8DCA-AD0F-62B373CE7D2D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282" creationId="{E7C7B150-6955-1BB3-1064-D69CA6CAE1E6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283" creationId="{339FD6A2-6CCA-4B56-B2CC-9D7F558FB8F0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284" creationId="{81510382-792B-45FB-84EE-C81E263F019E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285" creationId="{38D303F0-68DB-1AC9-D916-1BBBC51D1730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286" creationId="{430213B0-0298-4395-43A3-8BEDC11F2B00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287" creationId="{79000F36-65FC-25C2-AFD8-FC9D43D67C54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288" creationId="{F73553A1-DE36-A019-3EFF-943E322863F7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289" creationId="{F1F0C9D5-1548-38DF-F6E0-6E978AA4C1AE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290" creationId="{D4BD4A91-D0C9-7E03-5649-3B96A70291D6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291" creationId="{D26A93DA-9F91-696F-E78B-76E9BD0E500B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292" creationId="{D7115E50-B593-747E-4A08-9F8C4BAFF38F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293" creationId="{137843AA-1A84-CB0A-5963-58D86A861D6C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294" creationId="{F63C0749-0C58-32B4-F605-8EB854A5C734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295" creationId="{D4C047EA-2198-0ED8-40C3-18D259361C94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296" creationId="{DC5E738F-4359-5103-E724-7A07FC5CD3DA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297" creationId="{43160055-39CD-A727-F3A5-BFCF1D55FD03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298" creationId="{F06D73A4-6EAD-2CE8-B870-E21498A39147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299" creationId="{6BE5CF01-77BF-65CE-B272-DD3C171FCCA0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00" creationId="{D4A1CA7B-9EB5-B9BA-CE4F-C97F869781F6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01" creationId="{4C537FA6-D404-8AFC-2644-C71735A71229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02" creationId="{79D5FB5B-D770-7307-B644-D3579B171854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03" creationId="{A66EAA31-BD8E-94CF-A7F4-376531AA3BB2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04" creationId="{BC0E29A4-3E2C-DF3C-5D07-49ED136E2321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05" creationId="{4158E6F0-E93E-1ACC-43EC-246F4549C5B6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06" creationId="{1CAA6736-AA12-877F-EC60-B19413AD51D1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07" creationId="{3CE65E76-BA8A-AE4F-A006-7DB2D4AA25CA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08" creationId="{7F28781B-5E60-3E9C-076F-D09015AD5297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09" creationId="{59FDA83C-ADD4-4D7B-4AB3-050619041668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10" creationId="{5B633778-7223-6551-6530-AC0796AD8902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11" creationId="{610FEEF7-A87E-DD8B-63F7-AB21A2BBD1FD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12" creationId="{3DA60D7B-278E-BD21-EDF1-5D0EC7956264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13" creationId="{77914B51-889D-AD09-2EE1-C56668A0C224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14" creationId="{A21CDE52-193E-3F64-9D13-DAD68467636D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15" creationId="{3AFE1EAA-0261-98CC-5A41-E7ABA8592455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16" creationId="{211B1DAB-8A30-C860-51C3-707683A25A60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17" creationId="{DE7F625E-249F-B197-4D4A-6FF6337B08A3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18" creationId="{AAD8848E-9B88-D1BA-C89A-FA818702B9E0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19" creationId="{5B67D48E-49BA-6420-74E4-705CDE5C3F52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20" creationId="{BBF79226-A8FC-6CA6-9F3D-E1178B27BC2B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21" creationId="{172DD0F3-D155-D72F-729C-78E845DD6942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22" creationId="{D1E0C2CD-08E1-E6BE-2307-C416997016BE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23" creationId="{8CEC6150-DC41-DA93-54F2-F84EF7F6BB86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24" creationId="{EA43A687-7678-2D4D-6762-035CE7CDEAA1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25" creationId="{642B8891-6A00-8CBA-9F5C-1151A320F777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26" creationId="{05F01C47-7CE4-30A9-D5EE-EADFE1E17138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27" creationId="{5BFC2867-5DA3-0232-A23B-F72A6B7B53C9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28" creationId="{050FFAF1-1C2F-F3D3-E82F-719963096BE8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29" creationId="{75B878B9-8C0B-A3FD-7DCA-3C3BB8617A8C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30" creationId="{0CF08C2C-D899-4492-7824-09C1C16D45A9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31" creationId="{609E841D-E991-B391-5AAE-1E67B1FC95DF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32" creationId="{46A9EE41-F46A-ABBB-D78C-73478D2BF71A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33" creationId="{EE8E074D-433D-0C73-6EA5-6C60421C10A6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34" creationId="{769F74DD-8D3C-AD23-6285-29E0E4CE167F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35" creationId="{04BA43FD-CA68-9E8D-F72A-93CC89749612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36" creationId="{2BC05A22-DABC-3BE1-06C9-74789297027C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37" creationId="{4A33B761-4E44-2624-A88E-97340609C082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38" creationId="{1E260CBB-DC91-3BE6-6E5A-59013C928FA3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39" creationId="{D0B7E880-A47D-8F9F-D54E-9048072591A8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40" creationId="{5C6A168B-9AE4-6620-A3E4-E094E68A320A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41" creationId="{722AF6B5-9C62-7DD6-C244-608F5204B049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42" creationId="{FC52D102-7425-3EC0-1C92-B35C176A8047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43" creationId="{6DD80137-2FE0-A6A8-6E88-73E569EB4232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44" creationId="{81F66B06-AB40-07B4-E251-A5E8376F2085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45" creationId="{643BD3FF-D117-5053-FACF-1A9FB46610E5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46" creationId="{89BA8B0D-5C98-4D82-B32F-290B3A5EC2AC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47" creationId="{371CA7B1-5702-B21A-271C-733E2EAB6E1C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48" creationId="{2C9789A7-8FAC-2D3F-9D7B-A64EE91B0B1D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49" creationId="{009C34A2-B27E-B6C8-E3FD-7AEF860482C1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50" creationId="{889118E1-CA27-B110-F94C-0A58271E403C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51" creationId="{F6398681-DF7B-F81F-1798-D20CABFC248B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52" creationId="{23B93F2E-A945-EA0F-00AF-7B59FDE95310}"/>
          </ac:spMkLst>
        </pc:spChg>
        <pc:spChg chg="mod">
          <ac:chgData name="York Citynew" userId="788dd143c5a18d66" providerId="LiveId" clId="{CF6A8858-4ADF-44CB-93B3-CFB5C9AE6374}" dt="2023-11-15T22:22:19.248" v="1469" actId="692"/>
          <ac:spMkLst>
            <pc:docMk/>
            <pc:sldMk cId="3166828311" sldId="278"/>
            <ac:spMk id="353" creationId="{B3E484EB-9533-1FA7-B554-D831BA3113CF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364" creationId="{1D933D73-F292-5BCA-189B-020E82FF98DF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365" creationId="{79AD7568-48AF-0588-DA58-6296390A3A70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366" creationId="{311CF959-3885-120D-5B8F-58F9E1AE6291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367" creationId="{991F18D3-1480-C20A-9930-24FF1269EAE1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368" creationId="{9ACD48F8-0054-902E-F7D1-798A5C0EFF18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369" creationId="{08B3C2B0-1D86-45E5-E178-46AC2FBF62B7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370" creationId="{E759A226-7A60-D48D-1176-FE6CDD32315E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371" creationId="{839B2E47-47C8-B5A9-FCFC-D33BF3A7720C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372" creationId="{E1C8A1FA-E725-6F36-E98F-4179097D9553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373" creationId="{36A43971-1C3F-4B68-4A8B-D6FC6E8DF27C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374" creationId="{556E8100-5C15-CE8D-1CA2-3D8A29B7854E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375" creationId="{F89BD1D2-9B9D-D141-424C-D572C1A6752C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376" creationId="{18528D01-C33F-920E-9EF9-2CF0F12DBD34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377" creationId="{22547801-8853-EB44-3D8F-296B52E0508D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378" creationId="{32D28442-2E90-B5F5-02BD-7B8F53D8FFA2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379" creationId="{352DFDE6-9024-15E7-D18C-A7ADEF2D1B7F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380" creationId="{0F5D8FEF-BFD0-6944-9A12-A3E72B51E70E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381" creationId="{9D924890-F2EC-D140-5692-8A95B9C90D72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382" creationId="{85B85095-0E7E-42F1-F042-F395D0A378CD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383" creationId="{682B043C-70F5-043D-45FD-9E6C581A916E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384" creationId="{7A8B2A8B-ED49-C3D5-6E0B-0516576C97F5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385" creationId="{0C41AF1D-12B1-EDCD-CB52-578E42967307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386" creationId="{25335C8B-F73C-B3B3-C47D-4927B62AE239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387" creationId="{66A1C9F5-09EF-267A-DB85-40A2AA1624C9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388" creationId="{E68F758F-E687-D765-159E-DAC75BB47B10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389" creationId="{1E5F9AD8-48F5-27C4-C3F8-2FC4A3618B3E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390" creationId="{F1CF42C7-C0CD-B1DF-387A-2C8670936934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391" creationId="{3CCDEA51-5FA1-E0E0-AE68-7C7F7628CFD5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392" creationId="{41C2C322-6FDD-6A30-238B-02F52C90CEAC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393" creationId="{8D0E31DB-5079-1A42-F1ED-23AFBBED88EE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394" creationId="{8A6CB29E-40CE-7D4E-249A-9EEFB1674287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395" creationId="{58749D79-B1BD-2A87-B65E-B4C898DFF095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396" creationId="{62E6E169-C5D6-A10A-E38B-6DC4B214BD62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397" creationId="{6E01AD1B-7C8E-7A37-4719-315109AAF0FD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398" creationId="{BF58F70D-28CE-ABF3-3DD7-F0E28C723795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399" creationId="{C2DE3DF5-5365-DE42-5A5A-20CA866133D1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00" creationId="{B86CAE32-B133-129F-1774-CBC96C540C2C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01" creationId="{7F1C1814-CFDB-20F6-ABDC-F96C5D4EF217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02" creationId="{A380C614-A501-6AE7-41A7-0C63933F528B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03" creationId="{4A469586-0AFA-A444-13DF-C5C89F77A180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04" creationId="{85125BCA-EDA3-233D-CC1C-B3C27CA70526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05" creationId="{19E8BFD9-77D3-652E-ECF3-B284052899D9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06" creationId="{6B4ADC83-1E58-E015-880D-2733A453B73B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07" creationId="{B10EA2FD-A881-ACDD-6C2B-89C371D3D11B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08" creationId="{64F28F72-E0FC-EAB5-00A1-425CAD47E842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09" creationId="{BAC0DFAC-F5DC-8688-C25E-EC34B31A32F2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10" creationId="{6F0F8D0C-DF8F-1B7B-7C64-80A63A9C7F2B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11" creationId="{C2B1BB71-49E1-6CF4-32AF-1EFE7E148189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12" creationId="{C7C73023-4EDF-B6CF-7D22-C2A92BB199B7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13" creationId="{0EF2343D-028D-55F1-E25A-7F7994445A7D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14" creationId="{687097EE-856C-3256-AC6D-5859CC253429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15" creationId="{D302C93F-584D-1233-FE91-F5587ED48CCF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16" creationId="{F0112E15-124C-93B8-8A16-AF47B58CBD82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17" creationId="{8E2BDDEE-278C-DE1A-5F52-C4601FB269C5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18" creationId="{42784289-6B77-0DB2-A863-0A7649EEF858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19" creationId="{551B611F-305A-0D57-286D-0D1592528A53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20" creationId="{712029E9-CBC1-C64D-3859-9DA3104E419A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21" creationId="{5AA57DDF-BD60-4A56-C44E-0DCDEDB9EC06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22" creationId="{F4A6A292-2B27-DDE7-AB88-94F71BE4C71A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23" creationId="{B56F137F-2245-1122-B7AD-82AF7969D695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24" creationId="{F8117DFE-11DB-8945-90BC-17EFA6AD4061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25" creationId="{FE62404B-551E-575A-243D-BCBE06D5C6E8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26" creationId="{60F4A698-1B62-967B-2F9F-2756EB8576F7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27" creationId="{430AEB5C-A6CF-3CCA-6A9A-C5F654E4BE59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28" creationId="{0B708C17-467F-0509-1A19-44C31C8590CF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29" creationId="{FF9A9D91-CDB7-4513-04BF-36729036CFF1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30" creationId="{44CE5304-63A7-5F65-407F-BD50B0A7B92B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31" creationId="{8895FB19-A8AC-804F-556E-91E715EE96D9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32" creationId="{DBBEB966-9813-21C2-13A5-F5CD48351429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33" creationId="{333CBAF8-0476-7165-7F30-4AD998912065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34" creationId="{7E385619-F4DD-1CDA-0E67-3A0B2AF3DDAB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35" creationId="{F66F5B70-89CA-539C-19AB-FDF1B28D2938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36" creationId="{6DAC9613-C010-652B-FA28-1635D83E285C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37" creationId="{378D2501-86ED-B4B0-4642-71C5B4AEB994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38" creationId="{932354EA-E0E3-5C55-3496-7C1C4DA531F5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39" creationId="{C4212B1D-8B4D-F330-B7C0-E46387C767C4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40" creationId="{0F37E9C6-4326-E1F7-5B33-43F764F9BDAF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41" creationId="{3592E6C8-F21B-BF70-3FB8-B8187D80FE3C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42" creationId="{6D8F20F6-1997-909B-C4C0-D010119520DA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43" creationId="{2765642E-7CC2-C62A-EC18-14EAD8E19F40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44" creationId="{0C9C3A1B-2F7B-7D87-9A33-A582196F63B0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45" creationId="{58CFF290-2F6C-2AF7-0675-0BECAEC16467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46" creationId="{DCA3A475-5AF1-E715-1DCC-0B7937604F6E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47" creationId="{274B0A66-FB04-3B71-0967-AC28F6639BA2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48" creationId="{8406C3B9-0114-4760-DBA3-C94BCC976599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49" creationId="{9AC813D7-631C-48D5-74B0-51EF3172072E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50" creationId="{2896A6FD-5E88-F4D7-BA98-7FDAC3E632C6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51" creationId="{F1D57A40-E9F3-49B4-5136-8D04D6EB5D05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52" creationId="{5F99111C-AB97-6E1C-6E99-4ECC84291BE0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53" creationId="{80ABACC1-464E-A154-1535-9F08BE25DE78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54" creationId="{4F17C722-B076-4412-F886-3A5D89CDFEB5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55" creationId="{D96AB73D-C20D-BF05-2E6D-C8EFCD61B141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56" creationId="{623DF117-9E76-6F31-8CA9-922E2104275A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57" creationId="{FEA07345-D0B1-326E-1E40-FD89A95A4765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58" creationId="{F2D159EF-B33E-FFD0-D60E-B22445B7EBC5}"/>
          </ac:spMkLst>
        </pc:spChg>
        <pc:spChg chg="mod">
          <ac:chgData name="York Citynew" userId="788dd143c5a18d66" providerId="LiveId" clId="{CF6A8858-4ADF-44CB-93B3-CFB5C9AE6374}" dt="2023-11-15T22:25:39.925" v="1537" actId="571"/>
          <ac:spMkLst>
            <pc:docMk/>
            <pc:sldMk cId="3166828311" sldId="278"/>
            <ac:spMk id="459" creationId="{B9BD151F-60A4-DDD0-BE10-2ACAB47AFC6F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461" creationId="{116FDC52-23C1-E6AE-00DC-8986A1EBA893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462" creationId="{A27F5E2E-B99F-5DFF-1D16-609BBC14E403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463" creationId="{0AACB0A5-8C33-6496-7B8F-66416D6A16A5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464" creationId="{13E186A7-21C2-E985-1ABB-8DB41610DB00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465" creationId="{2887FCE3-62E9-34A7-53E1-C426D6F1EBE6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466" creationId="{84EBFC3E-5527-24B2-5C2A-3A77735925EC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467" creationId="{896FD2AB-D2C9-5715-6E82-6B95FBB3DE0B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468" creationId="{6110D6EB-320D-1768-2D25-A5FE249A0172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469" creationId="{E355AFD1-B486-278C-023E-7197C102DF0B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470" creationId="{25D7DAB6-D8F1-9A3A-E77E-D25C83DE0D4F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471" creationId="{0258228C-ADA9-F73D-2753-CB618046E92E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472" creationId="{B4C3386A-8F8A-34E1-92CE-7839D56475AB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473" creationId="{37DDD03B-3678-9850-DB5D-965A8618D0E9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474" creationId="{25D81BA3-D457-1814-2093-6DE7FE06903F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475" creationId="{6E236EC8-912E-AB2C-1100-E19E5ADBFC75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476" creationId="{30EC5E8C-3B63-1EAB-8A9C-EA703DF68315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477" creationId="{7C2B89EC-B143-5283-4256-0B94EA849AD3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478" creationId="{1EF221E8-37EF-0805-E1BB-C59080F749EA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479" creationId="{710C8511-0A25-F76D-89B2-6731B19370B1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480" creationId="{3AD2DFCD-5341-8F98-1E10-EFE1D67AEEE5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481" creationId="{1B9D0EAA-2C26-66D5-B994-309A29DB9CD3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482" creationId="{B931FDA8-9197-90F0-4E85-135130CE1B70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483" creationId="{0F93D650-CE91-46E2-D7EC-BF4F06AD22A4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484" creationId="{23B1C361-107A-6811-3E29-57C570CE6DD5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485" creationId="{57EA7D88-87C0-1AFF-9054-DD8DCDB47EC9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486" creationId="{C39715EF-E651-C03D-0E36-3671C38F675D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487" creationId="{CE2E4F35-57B8-2849-5300-83BE1C719672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488" creationId="{D363B052-DE8B-25C6-AA19-800C3559CFD6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489" creationId="{7915F44B-9DF9-6615-54B0-C4656D3AFF95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490" creationId="{CACAAE01-5FD7-8E5B-F41F-FEA048C4FCC9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491" creationId="{5B4775F9-A10A-0A89-DF1E-E3DF6D266874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492" creationId="{626CF2F9-0427-8847-0471-03CBB1515475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493" creationId="{449C68A9-FF3A-A234-D311-0C5CD3242B64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494" creationId="{7AEE375A-85CB-5AB5-042D-160B33F1F7F6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495" creationId="{81C7843A-81D3-FE00-4EAD-1C90B9A9F2FA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496" creationId="{8BAF57B4-7A67-4769-3953-20A08BD95EAF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497" creationId="{4AC01AA3-5A6C-9C58-9208-EA10E44C1FDD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498" creationId="{8011CACF-6E0A-1609-FB92-F96826878E56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499" creationId="{38E5598A-1A19-0C4E-D986-EAB058D2E665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00" creationId="{5EB2D64B-1170-1C88-2A2E-0B058E99A8AB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01" creationId="{C9BCE8EE-B275-9930-13A0-4BF9E74A42EA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02" creationId="{86E97EF3-3039-0C18-B796-08F62F5943CE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03" creationId="{FD41CD2D-EC09-6042-26A0-C818AF15EEA0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04" creationId="{4628CC0B-5FE1-8035-451D-2F414942DC0D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05" creationId="{216C4327-DABE-C530-EDE1-0D17BDD89D78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06" creationId="{9FE841DD-2C96-3034-98EA-E377E304B71C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07" creationId="{6A300ACD-C483-B35D-9F04-A199CA00FC3B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08" creationId="{A8FD57C3-6983-3845-E7F6-C990B84ABDF1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09" creationId="{C04F2C54-99E3-7E54-872A-D207E16D9EA9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10" creationId="{9B931127-E49A-6800-673F-A5FC0F5BA635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11" creationId="{3FB4876A-87BC-053B-B526-0A56BF265EA0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12" creationId="{F43104DB-2C6B-D9E1-7C74-A40384A1F48D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13" creationId="{05ED720C-A292-3AA0-752E-B2478A1C1CEC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14" creationId="{1F9210F3-FF04-EAF2-2B45-A05F84BD16E7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15" creationId="{379CFD6A-6878-8F5F-E6B8-EEE202864D1A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16" creationId="{588CD8A0-E7AD-6940-6531-F0ABD17598C3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17" creationId="{43F4DC3A-E368-2811-FF73-8AB2E5476C1E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18" creationId="{B6515E68-5B27-76E9-BA76-71A0C1BC8FC2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19" creationId="{E4CABB1D-442A-E60A-A73D-53F343B197FC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20" creationId="{D55B81FB-A735-A10F-1505-7745E04AB204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21" creationId="{9DF5178F-DE5A-6421-2EA3-A35280DA4C3D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22" creationId="{3139F83E-E040-6273-4255-E19AD967B589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23" creationId="{2AE1A5EF-0583-AF36-5833-EDC75E19AD16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24" creationId="{508FEB6E-3D30-07B3-0F46-3DB392428F3C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25" creationId="{BEE122DB-259C-497E-D8BD-1EF1EF4B253F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26" creationId="{1FF0D709-3534-ED82-92C7-6936EB4B2021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27" creationId="{F766DE47-01A1-6338-93A5-7DA65654B1B4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28" creationId="{08D284BF-7D90-FE8C-007D-D2B916954741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29" creationId="{A3126323-826B-F00A-C660-0FCD38E9B4B8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30" creationId="{17580BEE-3587-83BE-72F7-1E0B7B6D1F93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31" creationId="{E3092711-A20C-0B1A-58F3-A4B31949918E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32" creationId="{6F6077B1-BE9A-B5C3-7EAE-D6F9D463BADE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33" creationId="{3A94F073-84F3-41ED-1617-B985772058D6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34" creationId="{4C44A8AD-B934-BFEA-AAE9-2D979FDD7F65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35" creationId="{7C7094A8-F4C6-364A-8A93-DAFE58C976A1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36" creationId="{8B062D43-C475-F730-02A5-E959C518295A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37" creationId="{7D509591-95B7-6F5C-364C-E86F007B143B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38" creationId="{8F3F5E98-423D-1689-A418-7EF11903A661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39" creationId="{2076E70E-D7E8-E718-577B-53704FCA9777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40" creationId="{47E52422-4ECC-76E2-9E35-9DD6CD9158AD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41" creationId="{79D49FBD-8AAC-3E68-4522-61B5F3597964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42" creationId="{D41C32B4-F83D-CC5D-3CCD-A40932FA6581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43" creationId="{30CB8633-DA79-5DD8-38EA-567BFBE4003A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44" creationId="{56A7D59E-1F38-7A41-CA9C-73ED5FCA24BD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45" creationId="{653085A0-6F19-DD55-FB23-C0662995298B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46" creationId="{47EEF268-95B3-B51F-0DE4-DCE47F8686A0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47" creationId="{687A9FBD-34EF-E01F-1714-AEFDCFA908A6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48" creationId="{C968B443-64E4-1E55-5356-37B616E0597D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49" creationId="{CA9476E0-EF84-971B-3E88-A381BD3F6B2A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50" creationId="{00262E17-BAE7-7A24-6101-35454CD5FBCF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51" creationId="{117F6795-4DB6-73C5-A819-91CD867F30C5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52" creationId="{06F64686-6581-F6B7-2140-DB99B7EBD4F1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53" creationId="{E001F811-0641-B131-7443-5AC3CD3959FB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54" creationId="{163BBF3C-B6DB-0BD7-FF89-E2FFFBABC498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55" creationId="{01D9AAC9-7311-C9E5-852D-8F2964C18B4A}"/>
          </ac:spMkLst>
        </pc:spChg>
        <pc:spChg chg="mod">
          <ac:chgData name="York Citynew" userId="788dd143c5a18d66" providerId="LiveId" clId="{CF6A8858-4ADF-44CB-93B3-CFB5C9AE6374}" dt="2023-11-15T22:27:15.656" v="1723"/>
          <ac:spMkLst>
            <pc:docMk/>
            <pc:sldMk cId="3166828311" sldId="278"/>
            <ac:spMk id="556" creationId="{C293148F-736E-41DA-705C-40DC3131052F}"/>
          </ac:spMkLst>
        </pc:spChg>
        <pc:grpChg chg="add mod">
          <ac:chgData name="York Citynew" userId="788dd143c5a18d66" providerId="LiveId" clId="{CF6A8858-4ADF-44CB-93B3-CFB5C9AE6374}" dt="2023-11-15T22:25:28.370" v="1535" actId="207"/>
          <ac:grpSpMkLst>
            <pc:docMk/>
            <pc:sldMk cId="3166828311" sldId="278"/>
            <ac:grpSpMk id="255" creationId="{FBB5D375-B356-9E48-C57F-6006704B59D1}"/>
          </ac:grpSpMkLst>
        </pc:grpChg>
        <pc:grpChg chg="add mod">
          <ac:chgData name="York Citynew" userId="788dd143c5a18d66" providerId="LiveId" clId="{CF6A8858-4ADF-44CB-93B3-CFB5C9AE6374}" dt="2023-11-15T22:21:34.368" v="1427" actId="207"/>
          <ac:grpSpMkLst>
            <pc:docMk/>
            <pc:sldMk cId="3166828311" sldId="278"/>
            <ac:grpSpMk id="256" creationId="{A44156F7-0860-4686-3A71-8E9CAFBDE01A}"/>
          </ac:grpSpMkLst>
        </pc:grpChg>
        <pc:grpChg chg="add mod">
          <ac:chgData name="York Citynew" userId="788dd143c5a18d66" providerId="LiveId" clId="{CF6A8858-4ADF-44CB-93B3-CFB5C9AE6374}" dt="2023-11-15T22:23:57.846" v="1481" actId="688"/>
          <ac:grpSpMkLst>
            <pc:docMk/>
            <pc:sldMk cId="3166828311" sldId="278"/>
            <ac:grpSpMk id="257" creationId="{26D325BE-9584-4EB2-5087-185A5F868E03}"/>
          </ac:grpSpMkLst>
        </pc:grpChg>
        <pc:grpChg chg="del mod">
          <ac:chgData name="York Citynew" userId="788dd143c5a18d66" providerId="LiveId" clId="{CF6A8858-4ADF-44CB-93B3-CFB5C9AE6374}" dt="2023-11-15T22:22:48.005" v="1478"/>
          <ac:grpSpMkLst>
            <pc:docMk/>
            <pc:sldMk cId="3166828311" sldId="278"/>
            <ac:grpSpMk id="357" creationId="{6B1A12E8-243B-3167-DB62-6C0B81518400}"/>
          </ac:grpSpMkLst>
        </pc:grpChg>
        <pc:grpChg chg="mod">
          <ac:chgData name="York Citynew" userId="788dd143c5a18d66" providerId="LiveId" clId="{CF6A8858-4ADF-44CB-93B3-CFB5C9AE6374}" dt="2023-11-15T22:22:48.005" v="1478"/>
          <ac:grpSpMkLst>
            <pc:docMk/>
            <pc:sldMk cId="3166828311" sldId="278"/>
            <ac:grpSpMk id="361" creationId="{A873F231-189C-DEDC-DCDF-7BCD935A9304}"/>
          </ac:grpSpMkLst>
        </pc:grpChg>
        <pc:grpChg chg="add mod">
          <ac:chgData name="York Citynew" userId="788dd143c5a18d66" providerId="LiveId" clId="{CF6A8858-4ADF-44CB-93B3-CFB5C9AE6374}" dt="2023-11-15T22:25:39.925" v="1537" actId="571"/>
          <ac:grpSpMkLst>
            <pc:docMk/>
            <pc:sldMk cId="3166828311" sldId="278"/>
            <ac:grpSpMk id="363" creationId="{63B7CE30-5DAD-D304-0465-C73517134088}"/>
          </ac:grpSpMkLst>
        </pc:grpChg>
        <pc:grpChg chg="add mod">
          <ac:chgData name="York Citynew" userId="788dd143c5a18d66" providerId="LiveId" clId="{CF6A8858-4ADF-44CB-93B3-CFB5C9AE6374}" dt="2023-11-15T22:27:34.253" v="1724" actId="1076"/>
          <ac:grpSpMkLst>
            <pc:docMk/>
            <pc:sldMk cId="3166828311" sldId="278"/>
            <ac:grpSpMk id="460" creationId="{977C6F89-E68B-534F-FAB9-31DE44D7E0DE}"/>
          </ac:grpSpMkLst>
        </pc:grpChg>
        <pc:grpChg chg="mod">
          <ac:chgData name="York Citynew" userId="788dd143c5a18d66" providerId="LiveId" clId="{CF6A8858-4ADF-44CB-93B3-CFB5C9AE6374}" dt="2023-11-15T22:28:18.328" v="1728"/>
          <ac:grpSpMkLst>
            <pc:docMk/>
            <pc:sldMk cId="3166828311" sldId="278"/>
            <ac:grpSpMk id="560" creationId="{DCC9F7C4-0D41-EC28-D8D0-2523A7DC0DD6}"/>
          </ac:grpSpMkLst>
        </pc:grpChg>
        <pc:grpChg chg="mod">
          <ac:chgData name="York Citynew" userId="788dd143c5a18d66" providerId="LiveId" clId="{CF6A8858-4ADF-44CB-93B3-CFB5C9AE6374}" dt="2023-11-15T22:28:28.618" v="1733"/>
          <ac:grpSpMkLst>
            <pc:docMk/>
            <pc:sldMk cId="3166828311" sldId="278"/>
            <ac:grpSpMk id="565" creationId="{745C87F7-6685-3364-8142-146EFF023679}"/>
          </ac:grpSpMkLst>
        </pc:grpChg>
        <pc:inkChg chg="add del">
          <ac:chgData name="York Citynew" userId="788dd143c5a18d66" providerId="LiveId" clId="{CF6A8858-4ADF-44CB-93B3-CFB5C9AE6374}" dt="2023-11-15T22:22:38.534" v="1471" actId="9405"/>
          <ac:inkMkLst>
            <pc:docMk/>
            <pc:sldMk cId="3166828311" sldId="278"/>
            <ac:inkMk id="354" creationId="{6E49C5E7-07EB-E791-1BA0-94A35E092C4D}"/>
          </ac:inkMkLst>
        </pc:inkChg>
        <pc:inkChg chg="add mod">
          <ac:chgData name="York Citynew" userId="788dd143c5a18d66" providerId="LiveId" clId="{CF6A8858-4ADF-44CB-93B3-CFB5C9AE6374}" dt="2023-11-15T22:22:48.005" v="1478"/>
          <ac:inkMkLst>
            <pc:docMk/>
            <pc:sldMk cId="3166828311" sldId="278"/>
            <ac:inkMk id="355" creationId="{93DA207F-547A-7C7E-17D1-923D367808E5}"/>
          </ac:inkMkLst>
        </pc:inkChg>
        <pc:inkChg chg="add mod">
          <ac:chgData name="York Citynew" userId="788dd143c5a18d66" providerId="LiveId" clId="{CF6A8858-4ADF-44CB-93B3-CFB5C9AE6374}" dt="2023-11-15T22:22:48.005" v="1478"/>
          <ac:inkMkLst>
            <pc:docMk/>
            <pc:sldMk cId="3166828311" sldId="278"/>
            <ac:inkMk id="356" creationId="{0DE13655-251F-E820-281F-E98F40879917}"/>
          </ac:inkMkLst>
        </pc:inkChg>
        <pc:inkChg chg="add mod">
          <ac:chgData name="York Citynew" userId="788dd143c5a18d66" providerId="LiveId" clId="{CF6A8858-4ADF-44CB-93B3-CFB5C9AE6374}" dt="2023-11-15T22:22:48.005" v="1478"/>
          <ac:inkMkLst>
            <pc:docMk/>
            <pc:sldMk cId="3166828311" sldId="278"/>
            <ac:inkMk id="358" creationId="{39F12D50-729E-51FE-A016-A200BA4014D0}"/>
          </ac:inkMkLst>
        </pc:inkChg>
        <pc:inkChg chg="add mod">
          <ac:chgData name="York Citynew" userId="788dd143c5a18d66" providerId="LiveId" clId="{CF6A8858-4ADF-44CB-93B3-CFB5C9AE6374}" dt="2023-11-15T22:22:48.005" v="1478"/>
          <ac:inkMkLst>
            <pc:docMk/>
            <pc:sldMk cId="3166828311" sldId="278"/>
            <ac:inkMk id="359" creationId="{FE7B6D82-CD75-74EA-0EE6-A01887029706}"/>
          </ac:inkMkLst>
        </pc:inkChg>
        <pc:inkChg chg="add mod">
          <ac:chgData name="York Citynew" userId="788dd143c5a18d66" providerId="LiveId" clId="{CF6A8858-4ADF-44CB-93B3-CFB5C9AE6374}" dt="2023-11-15T22:22:48.005" v="1478"/>
          <ac:inkMkLst>
            <pc:docMk/>
            <pc:sldMk cId="3166828311" sldId="278"/>
            <ac:inkMk id="360" creationId="{944AEB4B-322F-54F4-971F-6DF9143B615A}"/>
          </ac:inkMkLst>
        </pc:inkChg>
        <pc:inkChg chg="add del">
          <ac:chgData name="York Citynew" userId="788dd143c5a18d66" providerId="LiveId" clId="{CF6A8858-4ADF-44CB-93B3-CFB5C9AE6374}" dt="2023-11-15T22:23:43.558" v="1480" actId="9405"/>
          <ac:inkMkLst>
            <pc:docMk/>
            <pc:sldMk cId="3166828311" sldId="278"/>
            <ac:inkMk id="362" creationId="{C60FE82C-7430-90BD-C57E-6FC1CA4DD898}"/>
          </ac:inkMkLst>
        </pc:inkChg>
        <pc:inkChg chg="add mod">
          <ac:chgData name="York Citynew" userId="788dd143c5a18d66" providerId="LiveId" clId="{CF6A8858-4ADF-44CB-93B3-CFB5C9AE6374}" dt="2023-11-15T22:28:18.328" v="1728"/>
          <ac:inkMkLst>
            <pc:docMk/>
            <pc:sldMk cId="3166828311" sldId="278"/>
            <ac:inkMk id="557" creationId="{C73288F3-7947-3177-9F1D-F47254B7600D}"/>
          </ac:inkMkLst>
        </pc:inkChg>
        <pc:inkChg chg="add mod">
          <ac:chgData name="York Citynew" userId="788dd143c5a18d66" providerId="LiveId" clId="{CF6A8858-4ADF-44CB-93B3-CFB5C9AE6374}" dt="2023-11-15T22:28:18.328" v="1728"/>
          <ac:inkMkLst>
            <pc:docMk/>
            <pc:sldMk cId="3166828311" sldId="278"/>
            <ac:inkMk id="558" creationId="{0C22E46F-B4D9-0517-AE6A-21A41E992E04}"/>
          </ac:inkMkLst>
        </pc:inkChg>
        <pc:inkChg chg="add mod">
          <ac:chgData name="York Citynew" userId="788dd143c5a18d66" providerId="LiveId" clId="{CF6A8858-4ADF-44CB-93B3-CFB5C9AE6374}" dt="2023-11-15T22:28:18.328" v="1728"/>
          <ac:inkMkLst>
            <pc:docMk/>
            <pc:sldMk cId="3166828311" sldId="278"/>
            <ac:inkMk id="559" creationId="{205214CF-4B5B-48F7-0C0C-764C39C2AE25}"/>
          </ac:inkMkLst>
        </pc:inkChg>
        <pc:inkChg chg="add mod">
          <ac:chgData name="York Citynew" userId="788dd143c5a18d66" providerId="LiveId" clId="{CF6A8858-4ADF-44CB-93B3-CFB5C9AE6374}" dt="2023-11-15T22:28:28.618" v="1733"/>
          <ac:inkMkLst>
            <pc:docMk/>
            <pc:sldMk cId="3166828311" sldId="278"/>
            <ac:inkMk id="561" creationId="{6C70B025-1278-DDBF-C6E1-B39EA8E94D06}"/>
          </ac:inkMkLst>
        </pc:inkChg>
        <pc:inkChg chg="add mod">
          <ac:chgData name="York Citynew" userId="788dd143c5a18d66" providerId="LiveId" clId="{CF6A8858-4ADF-44CB-93B3-CFB5C9AE6374}" dt="2023-11-15T22:28:28.618" v="1733"/>
          <ac:inkMkLst>
            <pc:docMk/>
            <pc:sldMk cId="3166828311" sldId="278"/>
            <ac:inkMk id="562" creationId="{57DAACE9-3034-2661-E9C8-72581155844A}"/>
          </ac:inkMkLst>
        </pc:inkChg>
        <pc:inkChg chg="add mod">
          <ac:chgData name="York Citynew" userId="788dd143c5a18d66" providerId="LiveId" clId="{CF6A8858-4ADF-44CB-93B3-CFB5C9AE6374}" dt="2023-11-15T22:28:28.618" v="1733"/>
          <ac:inkMkLst>
            <pc:docMk/>
            <pc:sldMk cId="3166828311" sldId="278"/>
            <ac:inkMk id="563" creationId="{321866A6-B959-CD3C-4C64-4B33961DF835}"/>
          </ac:inkMkLst>
        </pc:inkChg>
        <pc:inkChg chg="add mod">
          <ac:chgData name="York Citynew" userId="788dd143c5a18d66" providerId="LiveId" clId="{CF6A8858-4ADF-44CB-93B3-CFB5C9AE6374}" dt="2023-11-15T22:28:28.618" v="1733"/>
          <ac:inkMkLst>
            <pc:docMk/>
            <pc:sldMk cId="3166828311" sldId="278"/>
            <ac:inkMk id="564" creationId="{17A87846-DAA5-A576-8BD3-3439424F9FE8}"/>
          </ac:inkMkLst>
        </pc:inkChg>
      </pc:sldChg>
      <pc:sldChg chg="addSp delSp modSp new add del mod modNotesTx">
        <pc:chgData name="York Citynew" userId="788dd143c5a18d66" providerId="LiveId" clId="{CF6A8858-4ADF-44CB-93B3-CFB5C9AE6374}" dt="2023-11-15T23:42:05.150" v="2294" actId="20577"/>
        <pc:sldMkLst>
          <pc:docMk/>
          <pc:sldMk cId="3491389388" sldId="279"/>
        </pc:sldMkLst>
        <pc:spChg chg="mod">
          <ac:chgData name="York Citynew" userId="788dd143c5a18d66" providerId="LiveId" clId="{CF6A8858-4ADF-44CB-93B3-CFB5C9AE6374}" dt="2023-11-15T22:40:23.354" v="1786" actId="403"/>
          <ac:spMkLst>
            <pc:docMk/>
            <pc:sldMk cId="3491389388" sldId="279"/>
            <ac:spMk id="2" creationId="{D5EEB816-D43B-BB24-869A-791C8ED1F301}"/>
          </ac:spMkLst>
        </pc:spChg>
        <pc:spChg chg="mod">
          <ac:chgData name="York Citynew" userId="788dd143c5a18d66" providerId="LiveId" clId="{CF6A8858-4ADF-44CB-93B3-CFB5C9AE6374}" dt="2023-11-15T22:54:14.202" v="2014" actId="255"/>
          <ac:spMkLst>
            <pc:docMk/>
            <pc:sldMk cId="3491389388" sldId="279"/>
            <ac:spMk id="3" creationId="{D539617F-4A43-33C5-6633-49CF1A8188A1}"/>
          </ac:spMkLst>
        </pc:spChg>
        <pc:spChg chg="add mod">
          <ac:chgData name="York Citynew" userId="788dd143c5a18d66" providerId="LiveId" clId="{CF6A8858-4ADF-44CB-93B3-CFB5C9AE6374}" dt="2023-11-15T22:54:51.532" v="2018" actId="1076"/>
          <ac:spMkLst>
            <pc:docMk/>
            <pc:sldMk cId="3491389388" sldId="279"/>
            <ac:spMk id="8" creationId="{AA662183-47FF-EAB7-283E-E0BF563B970E}"/>
          </ac:spMkLst>
        </pc:spChg>
        <pc:spChg chg="add mod">
          <ac:chgData name="York Citynew" userId="788dd143c5a18d66" providerId="LiveId" clId="{CF6A8858-4ADF-44CB-93B3-CFB5C9AE6374}" dt="2023-11-15T22:55:00.067" v="2019" actId="1076"/>
          <ac:spMkLst>
            <pc:docMk/>
            <pc:sldMk cId="3491389388" sldId="279"/>
            <ac:spMk id="9" creationId="{448B07AD-3C1A-9621-A217-D601508D1510}"/>
          </ac:spMkLst>
        </pc:spChg>
        <pc:spChg chg="add mod">
          <ac:chgData name="York Citynew" userId="788dd143c5a18d66" providerId="LiveId" clId="{CF6A8858-4ADF-44CB-93B3-CFB5C9AE6374}" dt="2023-11-15T23:25:38.821" v="2168" actId="1076"/>
          <ac:spMkLst>
            <pc:docMk/>
            <pc:sldMk cId="3491389388" sldId="279"/>
            <ac:spMk id="10" creationId="{3B5FA832-F1D0-1294-D795-CDE97F08D58A}"/>
          </ac:spMkLst>
        </pc:spChg>
        <pc:grpChg chg="mod">
          <ac:chgData name="York Citynew" userId="788dd143c5a18d66" providerId="LiveId" clId="{CF6A8858-4ADF-44CB-93B3-CFB5C9AE6374}" dt="2023-11-15T22:37:14.236" v="1741"/>
          <ac:grpSpMkLst>
            <pc:docMk/>
            <pc:sldMk cId="3491389388" sldId="279"/>
            <ac:grpSpMk id="6" creationId="{6D42399E-B21F-F19B-F7E2-0B309C1ED9DA}"/>
          </ac:grpSpMkLst>
        </pc:grpChg>
        <pc:grpChg chg="add mod">
          <ac:chgData name="York Citynew" userId="788dd143c5a18d66" providerId="LiveId" clId="{CF6A8858-4ADF-44CB-93B3-CFB5C9AE6374}" dt="2023-11-15T22:57:29.207" v="2052" actId="164"/>
          <ac:grpSpMkLst>
            <pc:docMk/>
            <pc:sldMk cId="3491389388" sldId="279"/>
            <ac:grpSpMk id="27" creationId="{5631E82F-AF31-5315-95CF-D88729FB12E7}"/>
          </ac:grpSpMkLst>
        </pc:grpChg>
        <pc:grpChg chg="add mod">
          <ac:chgData name="York Citynew" userId="788dd143c5a18d66" providerId="LiveId" clId="{CF6A8858-4ADF-44CB-93B3-CFB5C9AE6374}" dt="2023-11-15T22:57:33.239" v="2053" actId="571"/>
          <ac:grpSpMkLst>
            <pc:docMk/>
            <pc:sldMk cId="3491389388" sldId="279"/>
            <ac:grpSpMk id="28" creationId="{7DC46E0F-BB27-76E3-2088-F20CB7DF9331}"/>
          </ac:grpSpMkLst>
        </pc:grpChg>
        <pc:graphicFrameChg chg="add del mod">
          <ac:chgData name="York Citynew" userId="788dd143c5a18d66" providerId="LiveId" clId="{CF6A8858-4ADF-44CB-93B3-CFB5C9AE6374}" dt="2023-11-15T23:25:43.520" v="2170" actId="478"/>
          <ac:graphicFrameMkLst>
            <pc:docMk/>
            <pc:sldMk cId="3491389388" sldId="279"/>
            <ac:graphicFrameMk id="31" creationId="{DD4EF4E6-65A0-48A7-F2E5-BB1E3B327B45}"/>
          </ac:graphicFrameMkLst>
        </pc:graphicFrameChg>
        <pc:inkChg chg="add del mod">
          <ac:chgData name="York Citynew" userId="788dd143c5a18d66" providerId="LiveId" clId="{CF6A8858-4ADF-44CB-93B3-CFB5C9AE6374}" dt="2023-11-15T22:37:14.440" v="1742" actId="9405"/>
          <ac:inkMkLst>
            <pc:docMk/>
            <pc:sldMk cId="3491389388" sldId="279"/>
            <ac:inkMk id="4" creationId="{7C663727-D5B2-3FA4-A65D-8B192853235B}"/>
          </ac:inkMkLst>
        </pc:inkChg>
        <pc:inkChg chg="add del mod">
          <ac:chgData name="York Citynew" userId="788dd143c5a18d66" providerId="LiveId" clId="{CF6A8858-4ADF-44CB-93B3-CFB5C9AE6374}" dt="2023-11-15T22:37:14.236" v="1741"/>
          <ac:inkMkLst>
            <pc:docMk/>
            <pc:sldMk cId="3491389388" sldId="279"/>
            <ac:inkMk id="5" creationId="{37190C5E-C2F9-DD10-5211-8C968CBF6404}"/>
          </ac:inkMkLst>
        </pc:inkChg>
        <pc:inkChg chg="add del">
          <ac:chgData name="York Citynew" userId="788dd143c5a18d66" providerId="LiveId" clId="{CF6A8858-4ADF-44CB-93B3-CFB5C9AE6374}" dt="2023-11-15T22:56:44.016" v="2042" actId="9405"/>
          <ac:inkMkLst>
            <pc:docMk/>
            <pc:sldMk cId="3491389388" sldId="279"/>
            <ac:inkMk id="18" creationId="{3A1B9661-5DD7-478B-3715-0C9ECAC06F0A}"/>
          </ac:inkMkLst>
        </pc:inkChg>
        <pc:inkChg chg="add del">
          <ac:chgData name="York Citynew" userId="788dd143c5a18d66" providerId="LiveId" clId="{CF6A8858-4ADF-44CB-93B3-CFB5C9AE6374}" dt="2023-11-15T22:56:43.707" v="2041" actId="9405"/>
          <ac:inkMkLst>
            <pc:docMk/>
            <pc:sldMk cId="3491389388" sldId="279"/>
            <ac:inkMk id="19" creationId="{2C21C810-B189-ED55-6113-E8417F4E00AB}"/>
          </ac:inkMkLst>
        </pc:inkChg>
        <pc:inkChg chg="add del">
          <ac:chgData name="York Citynew" userId="788dd143c5a18d66" providerId="LiveId" clId="{CF6A8858-4ADF-44CB-93B3-CFB5C9AE6374}" dt="2023-11-15T22:56:53.984" v="2044" actId="9405"/>
          <ac:inkMkLst>
            <pc:docMk/>
            <pc:sldMk cId="3491389388" sldId="279"/>
            <ac:inkMk id="21" creationId="{35C32247-392F-4D9B-73FE-C3F37A901B6C}"/>
          </ac:inkMkLst>
        </pc:inkChg>
        <pc:inkChg chg="add del">
          <ac:chgData name="York Citynew" userId="788dd143c5a18d66" providerId="LiveId" clId="{CF6A8858-4ADF-44CB-93B3-CFB5C9AE6374}" dt="2023-11-15T22:56:57.748" v="2046" actId="9405"/>
          <ac:inkMkLst>
            <pc:docMk/>
            <pc:sldMk cId="3491389388" sldId="279"/>
            <ac:inkMk id="22" creationId="{FC58295D-A686-26E2-B338-047F0FC8FB6D}"/>
          </ac:inkMkLst>
        </pc:inkChg>
        <pc:inkChg chg="add del">
          <ac:chgData name="York Citynew" userId="788dd143c5a18d66" providerId="LiveId" clId="{CF6A8858-4ADF-44CB-93B3-CFB5C9AE6374}" dt="2023-11-15T22:57:03.828" v="2048"/>
          <ac:inkMkLst>
            <pc:docMk/>
            <pc:sldMk cId="3491389388" sldId="279"/>
            <ac:inkMk id="23" creationId="{B3221969-B271-BC00-5721-D08040010305}"/>
          </ac:inkMkLst>
        </pc:inkChg>
        <pc:cxnChg chg="add del mod">
          <ac:chgData name="York Citynew" userId="788dd143c5a18d66" providerId="LiveId" clId="{CF6A8858-4ADF-44CB-93B3-CFB5C9AE6374}" dt="2023-11-15T22:56:23.462" v="2036" actId="478"/>
          <ac:cxnSpMkLst>
            <pc:docMk/>
            <pc:sldMk cId="3491389388" sldId="279"/>
            <ac:cxnSpMk id="12" creationId="{5CE090F1-62D2-D401-D79B-EF9E1F8C239A}"/>
          </ac:cxnSpMkLst>
        </pc:cxnChg>
        <pc:cxnChg chg="add del mod">
          <ac:chgData name="York Citynew" userId="788dd143c5a18d66" providerId="LiveId" clId="{CF6A8858-4ADF-44CB-93B3-CFB5C9AE6374}" dt="2023-11-15T22:56:43.122" v="2040"/>
          <ac:cxnSpMkLst>
            <pc:docMk/>
            <pc:sldMk cId="3491389388" sldId="279"/>
            <ac:cxnSpMk id="20" creationId="{E3F4B67D-E324-FA06-B8F9-8F307FAFD6E5}"/>
          </ac:cxnSpMkLst>
        </pc:cxnChg>
        <pc:cxnChg chg="add mod">
          <ac:chgData name="York Citynew" userId="788dd143c5a18d66" providerId="LiveId" clId="{CF6A8858-4ADF-44CB-93B3-CFB5C9AE6374}" dt="2023-11-15T22:57:29.207" v="2052" actId="164"/>
          <ac:cxnSpMkLst>
            <pc:docMk/>
            <pc:sldMk cId="3491389388" sldId="279"/>
            <ac:cxnSpMk id="24" creationId="{CA9B7BCE-9661-D170-7A8C-A5A1486ADCB5}"/>
          </ac:cxnSpMkLst>
        </pc:cxnChg>
        <pc:cxnChg chg="add mod">
          <ac:chgData name="York Citynew" userId="788dd143c5a18d66" providerId="LiveId" clId="{CF6A8858-4ADF-44CB-93B3-CFB5C9AE6374}" dt="2023-11-15T22:57:29.207" v="2052" actId="164"/>
          <ac:cxnSpMkLst>
            <pc:docMk/>
            <pc:sldMk cId="3491389388" sldId="279"/>
            <ac:cxnSpMk id="25" creationId="{77A4420C-C757-B38C-AA51-1C71943FBB88}"/>
          </ac:cxnSpMkLst>
        </pc:cxnChg>
        <pc:cxnChg chg="mod">
          <ac:chgData name="York Citynew" userId="788dd143c5a18d66" providerId="LiveId" clId="{CF6A8858-4ADF-44CB-93B3-CFB5C9AE6374}" dt="2023-11-15T22:57:33.239" v="2053" actId="571"/>
          <ac:cxnSpMkLst>
            <pc:docMk/>
            <pc:sldMk cId="3491389388" sldId="279"/>
            <ac:cxnSpMk id="29" creationId="{AB4474E0-D62B-74AB-ED23-D4207FA241CB}"/>
          </ac:cxnSpMkLst>
        </pc:cxnChg>
        <pc:cxnChg chg="mod">
          <ac:chgData name="York Citynew" userId="788dd143c5a18d66" providerId="LiveId" clId="{CF6A8858-4ADF-44CB-93B3-CFB5C9AE6374}" dt="2023-11-15T22:57:33.239" v="2053" actId="571"/>
          <ac:cxnSpMkLst>
            <pc:docMk/>
            <pc:sldMk cId="3491389388" sldId="279"/>
            <ac:cxnSpMk id="30" creationId="{98D8DEB5-519F-B588-4D05-FD401565879E}"/>
          </ac:cxnSpMkLst>
        </pc:cxnChg>
      </pc:sldChg>
      <pc:sldChg chg="modSp new del mod">
        <pc:chgData name="York Citynew" userId="788dd143c5a18d66" providerId="LiveId" clId="{CF6A8858-4ADF-44CB-93B3-CFB5C9AE6374}" dt="2023-11-15T23:17:12.852" v="2162" actId="47"/>
        <pc:sldMkLst>
          <pc:docMk/>
          <pc:sldMk cId="867639142" sldId="281"/>
        </pc:sldMkLst>
        <pc:spChg chg="mod">
          <ac:chgData name="York Citynew" userId="788dd143c5a18d66" providerId="LiveId" clId="{CF6A8858-4ADF-44CB-93B3-CFB5C9AE6374}" dt="2023-11-15T23:07:54.854" v="2161" actId="20577"/>
          <ac:spMkLst>
            <pc:docMk/>
            <pc:sldMk cId="867639142" sldId="281"/>
            <ac:spMk id="2" creationId="{EE9F473F-CED8-0977-DC97-7492EB63A832}"/>
          </ac:spMkLst>
        </pc:spChg>
      </pc:sldChg>
      <pc:sldChg chg="new del">
        <pc:chgData name="York Citynew" userId="788dd143c5a18d66" providerId="LiveId" clId="{CF6A8858-4ADF-44CB-93B3-CFB5C9AE6374}" dt="2023-11-15T23:05:49.247" v="2121" actId="47"/>
        <pc:sldMkLst>
          <pc:docMk/>
          <pc:sldMk cId="2234059829" sldId="281"/>
        </pc:sldMkLst>
      </pc:sldChg>
      <pc:sldChg chg="addSp delSp modSp new mod">
        <pc:chgData name="York Citynew" userId="788dd143c5a18d66" providerId="LiveId" clId="{CF6A8858-4ADF-44CB-93B3-CFB5C9AE6374}" dt="2023-11-15T23:30:28.766" v="2189" actId="21"/>
        <pc:sldMkLst>
          <pc:docMk/>
          <pc:sldMk cId="2998175702" sldId="281"/>
        </pc:sldMkLst>
        <pc:picChg chg="add del mod">
          <ac:chgData name="York Citynew" userId="788dd143c5a18d66" providerId="LiveId" clId="{CF6A8858-4ADF-44CB-93B3-CFB5C9AE6374}" dt="2023-11-15T23:30:28.766" v="2189" actId="21"/>
          <ac:picMkLst>
            <pc:docMk/>
            <pc:sldMk cId="2998175702" sldId="281"/>
            <ac:picMk id="3" creationId="{41C0722C-EAB1-38BE-E468-2D18D9F27053}"/>
          </ac:picMkLst>
        </pc:picChg>
        <pc:picChg chg="add del mod">
          <ac:chgData name="York Citynew" userId="788dd143c5a18d66" providerId="LiveId" clId="{CF6A8858-4ADF-44CB-93B3-CFB5C9AE6374}" dt="2023-11-15T23:29:37.306" v="2182" actId="21"/>
          <ac:picMkLst>
            <pc:docMk/>
            <pc:sldMk cId="2998175702" sldId="281"/>
            <ac:picMk id="5" creationId="{AD087AAD-0400-A4F5-AAB5-B6B043F0D4AC}"/>
          </ac:picMkLst>
        </pc:picChg>
      </pc:sldChg>
      <pc:sldChg chg="addSp modSp new mod">
        <pc:chgData name="York Citynew" userId="788dd143c5a18d66" providerId="LiveId" clId="{CF6A8858-4ADF-44CB-93B3-CFB5C9AE6374}" dt="2023-11-15T23:30:48.015" v="2194" actId="14100"/>
        <pc:sldMkLst>
          <pc:docMk/>
          <pc:sldMk cId="1420123312" sldId="282"/>
        </pc:sldMkLst>
        <pc:picChg chg="add mod">
          <ac:chgData name="York Citynew" userId="788dd143c5a18d66" providerId="LiveId" clId="{CF6A8858-4ADF-44CB-93B3-CFB5C9AE6374}" dt="2023-11-15T23:30:13.326" v="2188" actId="1076"/>
          <ac:picMkLst>
            <pc:docMk/>
            <pc:sldMk cId="1420123312" sldId="282"/>
            <ac:picMk id="2" creationId="{0DAB736B-DED2-A7D2-5BAD-D399F740EF9C}"/>
          </ac:picMkLst>
        </pc:picChg>
        <pc:picChg chg="add mod">
          <ac:chgData name="York Citynew" userId="788dd143c5a18d66" providerId="LiveId" clId="{CF6A8858-4ADF-44CB-93B3-CFB5C9AE6374}" dt="2023-11-15T23:30:48.015" v="2194" actId="14100"/>
          <ac:picMkLst>
            <pc:docMk/>
            <pc:sldMk cId="1420123312" sldId="282"/>
            <ac:picMk id="3" creationId="{86DEAAD9-A4D3-A047-DF9E-D1E682DD070F}"/>
          </ac:picMkLst>
        </pc:picChg>
      </pc:sldChg>
      <pc:sldChg chg="addSp delSp modSp new mod modNotesTx">
        <pc:chgData name="York Citynew" userId="788dd143c5a18d66" providerId="LiveId" clId="{CF6A8858-4ADF-44CB-93B3-CFB5C9AE6374}" dt="2023-11-16T00:26:29.490" v="3108" actId="313"/>
        <pc:sldMkLst>
          <pc:docMk/>
          <pc:sldMk cId="2906364314" sldId="283"/>
        </pc:sldMkLst>
        <pc:spChg chg="mod">
          <ac:chgData name="York Citynew" userId="788dd143c5a18d66" providerId="LiveId" clId="{CF6A8858-4ADF-44CB-93B3-CFB5C9AE6374}" dt="2023-11-16T00:26:29.490" v="3108" actId="313"/>
          <ac:spMkLst>
            <pc:docMk/>
            <pc:sldMk cId="2906364314" sldId="283"/>
            <ac:spMk id="2" creationId="{BCF26577-7840-30B0-B884-7D4B0288492A}"/>
          </ac:spMkLst>
        </pc:spChg>
        <pc:spChg chg="mod">
          <ac:chgData name="York Citynew" userId="788dd143c5a18d66" providerId="LiveId" clId="{CF6A8858-4ADF-44CB-93B3-CFB5C9AE6374}" dt="2023-11-15T23:54:59.144" v="2485" actId="20577"/>
          <ac:spMkLst>
            <pc:docMk/>
            <pc:sldMk cId="2906364314" sldId="283"/>
            <ac:spMk id="3" creationId="{A34BBBC9-B029-4B1B-BF9D-2752F9A28B17}"/>
          </ac:spMkLst>
        </pc:spChg>
        <pc:spChg chg="add mod">
          <ac:chgData name="York Citynew" userId="788dd143c5a18d66" providerId="LiveId" clId="{CF6A8858-4ADF-44CB-93B3-CFB5C9AE6374}" dt="2023-11-15T23:46:42.162" v="2378" actId="1076"/>
          <ac:spMkLst>
            <pc:docMk/>
            <pc:sldMk cId="2906364314" sldId="283"/>
            <ac:spMk id="4" creationId="{81BA87C1-B473-0AF3-02DA-2DE1E7222020}"/>
          </ac:spMkLst>
        </pc:spChg>
        <pc:spChg chg="add mod">
          <ac:chgData name="York Citynew" userId="788dd143c5a18d66" providerId="LiveId" clId="{CF6A8858-4ADF-44CB-93B3-CFB5C9AE6374}" dt="2023-11-15T23:46:35.215" v="2377" actId="1076"/>
          <ac:spMkLst>
            <pc:docMk/>
            <pc:sldMk cId="2906364314" sldId="283"/>
            <ac:spMk id="5" creationId="{D3CA975D-A30E-F660-B27E-36003E773326}"/>
          </ac:spMkLst>
        </pc:spChg>
        <pc:spChg chg="add del mod">
          <ac:chgData name="York Citynew" userId="788dd143c5a18d66" providerId="LiveId" clId="{CF6A8858-4ADF-44CB-93B3-CFB5C9AE6374}" dt="2023-11-15T23:54:52.831" v="2483"/>
          <ac:spMkLst>
            <pc:docMk/>
            <pc:sldMk cId="2906364314" sldId="283"/>
            <ac:spMk id="6" creationId="{8E84AAD4-3C42-ACA6-83E7-1B3FB9589897}"/>
          </ac:spMkLst>
        </pc:spChg>
      </pc:sldChg>
      <pc:sldChg chg="del">
        <pc:chgData name="York Citynew" userId="788dd143c5a18d66" providerId="LiveId" clId="{CF6A8858-4ADF-44CB-93B3-CFB5C9AE6374}" dt="2023-11-15T23:32:58.123" v="2195" actId="47"/>
        <pc:sldMkLst>
          <pc:docMk/>
          <pc:sldMk cId="2998175702" sldId="283"/>
        </pc:sldMkLst>
      </pc:sldChg>
      <pc:sldChg chg="modSp new mod">
        <pc:chgData name="York Citynew" userId="788dd143c5a18d66" providerId="LiveId" clId="{CF6A8858-4ADF-44CB-93B3-CFB5C9AE6374}" dt="2023-11-16T00:03:02.620" v="2686" actId="20577"/>
        <pc:sldMkLst>
          <pc:docMk/>
          <pc:sldMk cId="2680761471" sldId="284"/>
        </pc:sldMkLst>
        <pc:spChg chg="mod">
          <ac:chgData name="York Citynew" userId="788dd143c5a18d66" providerId="LiveId" clId="{CF6A8858-4ADF-44CB-93B3-CFB5C9AE6374}" dt="2023-11-15T23:56:29.114" v="2522" actId="20577"/>
          <ac:spMkLst>
            <pc:docMk/>
            <pc:sldMk cId="2680761471" sldId="284"/>
            <ac:spMk id="2" creationId="{C497ADA1-DAF6-C54F-02F3-48824B0A65DF}"/>
          </ac:spMkLst>
        </pc:spChg>
        <pc:spChg chg="mod">
          <ac:chgData name="York Citynew" userId="788dd143c5a18d66" providerId="LiveId" clId="{CF6A8858-4ADF-44CB-93B3-CFB5C9AE6374}" dt="2023-11-16T00:03:02.620" v="2686" actId="20577"/>
          <ac:spMkLst>
            <pc:docMk/>
            <pc:sldMk cId="2680761471" sldId="284"/>
            <ac:spMk id="3" creationId="{7012D68B-0B81-46A7-2F72-DAC3F17FA471}"/>
          </ac:spMkLst>
        </pc:spChg>
      </pc:sldChg>
      <pc:sldChg chg="new del">
        <pc:chgData name="York Citynew" userId="788dd143c5a18d66" providerId="LiveId" clId="{CF6A8858-4ADF-44CB-93B3-CFB5C9AE6374}" dt="2023-11-16T00:05:16.832" v="2688" actId="680"/>
        <pc:sldMkLst>
          <pc:docMk/>
          <pc:sldMk cId="645350817" sldId="285"/>
        </pc:sldMkLst>
      </pc:sldChg>
      <pc:sldChg chg="addSp modSp new mod">
        <pc:chgData name="York Citynew" userId="788dd143c5a18d66" providerId="LiveId" clId="{CF6A8858-4ADF-44CB-93B3-CFB5C9AE6374}" dt="2023-11-16T00:24:39.206" v="3107" actId="692"/>
        <pc:sldMkLst>
          <pc:docMk/>
          <pc:sldMk cId="2504391772" sldId="285"/>
        </pc:sldMkLst>
        <pc:spChg chg="mod">
          <ac:chgData name="York Citynew" userId="788dd143c5a18d66" providerId="LiveId" clId="{CF6A8858-4ADF-44CB-93B3-CFB5C9AE6374}" dt="2023-11-16T00:23:50.019" v="3098" actId="404"/>
          <ac:spMkLst>
            <pc:docMk/>
            <pc:sldMk cId="2504391772" sldId="285"/>
            <ac:spMk id="2" creationId="{F0E81244-A30C-0F57-D1D1-300DFD2D086B}"/>
          </ac:spMkLst>
        </pc:spChg>
        <pc:spChg chg="mod">
          <ac:chgData name="York Citynew" userId="788dd143c5a18d66" providerId="LiveId" clId="{CF6A8858-4ADF-44CB-93B3-CFB5C9AE6374}" dt="2023-11-16T00:23:59.515" v="3099" actId="1076"/>
          <ac:spMkLst>
            <pc:docMk/>
            <pc:sldMk cId="2504391772" sldId="285"/>
            <ac:spMk id="3" creationId="{240ADB4B-FC30-9CAD-B344-5B3DEF24B342}"/>
          </ac:spMkLst>
        </pc:spChg>
        <pc:spChg chg="mod">
          <ac:chgData name="York Citynew" userId="788dd143c5a18d66" providerId="LiveId" clId="{CF6A8858-4ADF-44CB-93B3-CFB5C9AE6374}" dt="2023-11-16T00:06:29.724" v="2722" actId="404"/>
          <ac:spMkLst>
            <pc:docMk/>
            <pc:sldMk cId="2504391772" sldId="285"/>
            <ac:spMk id="4" creationId="{45663D99-AB33-427B-8F52-0E6BE973C822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6" creationId="{62635F0E-999F-CBD2-F48C-BDC6C7900007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7" creationId="{DDB1796B-794F-E221-D946-3E71A28192C2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8" creationId="{1A0BC0F0-A040-1C3A-B774-CB05FF94D034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9" creationId="{1511E803-1434-B9B1-8369-D81672F88CDA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10" creationId="{8EC3F7D0-72DF-A464-5688-D453AD5AB235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11" creationId="{41DB1E67-ACAD-E47D-DD8B-FA852E69DF70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12" creationId="{D7619764-09CA-0E8D-F4FB-9EF1931DDDD7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13" creationId="{92DECB97-CE79-78C4-68D2-AA08B988CBDE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14" creationId="{AA7C2200-4D8E-9934-BF90-A79145364BBC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15" creationId="{EC7BE95B-7578-BA43-98E2-BDBEA6578CE3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16" creationId="{62A02071-35AB-AC1B-CFE0-3CB07B434A11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17" creationId="{1D3FD9A5-1E4F-A254-11A0-3A6E87A42875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18" creationId="{D21A2D83-6843-C6B7-3C06-64B3645D1E4D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19" creationId="{FE998F15-F8CB-DB0F-0A3E-6BB07B9EA668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20" creationId="{3A3D0ED6-1E84-55D5-C8A3-E8D9401E2C13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21" creationId="{14189564-5E47-0276-186E-4F6869C5F9BD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22" creationId="{0A0CCBD3-B29F-32F5-4929-001FACE38189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23" creationId="{BDB56D98-03E1-30D0-2F7D-ED4961D282DB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24" creationId="{8BC8A686-29ED-0B86-D3DF-FD2DBB92F1F0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25" creationId="{9B8A756D-6003-6FA1-1403-3A38151454D5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26" creationId="{290EA5A3-5B89-1CD9-826B-60C4EF6B77D4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27" creationId="{3BFA8AE7-4FB6-2ADF-93A2-99272D89FD15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28" creationId="{EE804517-AA8E-6392-49C4-03ED2FA9A386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29" creationId="{5661A4B9-5ABA-1A1F-3A1F-F8BDBD1ECA5C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30" creationId="{BB2D211C-64A0-D85C-ADB3-55FE0864BA30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31" creationId="{5BF53071-D91E-56B4-A1DD-1FAA97631A61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32" creationId="{3DDC9601-1BA3-D84F-D35F-DFA2110624C6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33" creationId="{8275A7B7-5770-EB87-701E-8754B0F7F752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34" creationId="{6B61D2BD-33C5-107F-D86F-29EA5A327222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35" creationId="{3308FA01-96CE-AA16-7E79-0498685A6520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36" creationId="{F6764E7E-46A7-D689-E737-BABC86C8B9DD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37" creationId="{CC0D24BC-E718-1ED7-DD37-D00EDF55BD3E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38" creationId="{671701F6-B3B8-BB3A-7769-E6EBDA0AD7C0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39" creationId="{0E5F2D78-8132-0E0B-255C-089A1E137160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40" creationId="{128E5C61-DF4A-5313-4CBD-63E193537A84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41" creationId="{3E50C9E9-4F4E-7906-4763-30D0487F1EFA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42" creationId="{F0A51D56-0A3E-A6F9-3283-1CB48A1A5D36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43" creationId="{B4FB7268-BD11-08B9-89AF-08201C2618FB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44" creationId="{FDA48274-066D-D254-B9CA-19A9D9722E37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45" creationId="{340F4BA4-310E-D25E-7B28-566690CDE55C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46" creationId="{1D160F9C-3B02-2238-BD86-4158E9BD65DC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47" creationId="{2640355D-1898-77BC-8FB2-F57A1EDF7827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48" creationId="{80CE10CC-22D0-6804-8594-577BE631EF50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49" creationId="{92778AEC-2A65-8422-3DC1-0D88F0267D87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50" creationId="{D998827E-50F5-E757-5453-3AB7D5866D1D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51" creationId="{6E7AB721-3989-967B-5309-36C6692AB179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52" creationId="{85B346D0-3046-F825-F9AF-46D7DEEE931F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53" creationId="{05310D5E-6E38-3CDE-4A16-4D7453337B64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54" creationId="{BC2EE281-F662-290F-9E10-CC4FDB74AE0B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55" creationId="{E31D7A96-9A8C-69F7-0A6C-0E0CBF8799A9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56" creationId="{B593D3E2-ED57-1123-1286-C552B1574E1E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57" creationId="{FE6EEB1C-899E-635C-EF1D-35C338F6A2C9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58" creationId="{74050623-2ED7-8DF6-09D8-9D749A458BAE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59" creationId="{F359F67A-9B40-355A-FDD3-736C1275134F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60" creationId="{89425BAA-A3B8-647F-7FBA-956B7805E3FB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61" creationId="{C2AA0596-E3A1-CAC9-7A57-DB8AF980CC00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62" creationId="{7AE20DA2-FC85-4451-656D-22F52DE9731B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63" creationId="{DC4856FE-8E3B-08FC-8B8D-CE9391D58FB0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64" creationId="{086F4F99-6FB6-8E21-0377-964C348BAB55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65" creationId="{DCA7F71F-DE30-C278-6733-09037649E10B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66" creationId="{7B6ED9C6-9CBA-EF99-78F3-D42D08F35475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67" creationId="{41B4AD7E-C4A0-ECFE-1558-17D04F1E0955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68" creationId="{87B40B90-8A4B-EC41-4002-8BE46F9F844C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69" creationId="{D0B60AB7-0F33-4D3D-BBC9-ECD6C6DB3124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70" creationId="{EFCF5CA8-0507-27EB-5E70-F73B2BA70A25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71" creationId="{844FFD21-10A6-7357-19F2-A231BD27C8D2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72" creationId="{A09F1BD7-F508-E064-57F0-374CEAA68089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73" creationId="{9C84A233-5696-6334-51B2-CEAD0E60E419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74" creationId="{8AADF055-715C-B2DE-9B1C-6F8E024B9D69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75" creationId="{4A902072-4D43-C21A-E037-3C72FB75688C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76" creationId="{F988C1FF-27E8-6CE2-E269-BED47638F74B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77" creationId="{5238A037-B40C-3F29-888B-86FB066A1EC7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78" creationId="{9BEB039D-764B-14C6-987C-CF996918CD58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79" creationId="{F32585E1-AEB2-1455-450F-2B0AC29BE727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80" creationId="{AA0661B6-F61F-75D0-1DA0-AB28E7B74D32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81" creationId="{73B636E6-C7A1-2BD6-3511-14D96B76ED26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82" creationId="{51B6BEE9-9E9C-3965-39F1-EB28F33D2EB4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83" creationId="{DF952BD3-86CB-457B-118E-1944EF5C1DA4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84" creationId="{83FE84B7-1A49-95BB-C99A-5ECD62CCE4AA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85" creationId="{E26BE8F9-A28C-8576-D10E-E030D2BA445E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86" creationId="{40C54DB8-F431-A66B-F931-5552BC3D5C6D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87" creationId="{4DF6C6B9-8289-8C5C-641D-5941C8B82D60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88" creationId="{04FE7E57-48F1-0AAA-B8CC-2E2E8B0D1B99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89" creationId="{C6FF2BE6-7F67-983E-8256-B252B1B64E84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90" creationId="{4E5CB2E6-2C77-5300-EF9A-52339179BDB2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91" creationId="{19B986B6-BA3E-E8F5-DEB6-D3F357A90470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92" creationId="{B9E746B9-1D94-9070-66C5-63863AE31698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93" creationId="{B0125BA6-24E7-260B-0B26-3796D37FEE25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94" creationId="{CB2C7A29-1E7C-DFD9-D93A-B1205245AE38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95" creationId="{A9B69CA0-951B-3036-1E96-E1A0A4904140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96" creationId="{F69A1A9F-E94F-2DAC-74B2-C49E4691CE0A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97" creationId="{E19779E2-EE95-EC2B-14C9-00863AF26BF0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98" creationId="{CA07454E-8FBD-0C61-50F0-F777D306F882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99" creationId="{1946D55D-DED3-2AA8-21B0-5BE80C83E0AA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100" creationId="{7E15F64F-9C83-F730-B516-94B19FB9F6BC}"/>
          </ac:spMkLst>
        </pc:spChg>
        <pc:spChg chg="mod">
          <ac:chgData name="York Citynew" userId="788dd143c5a18d66" providerId="LiveId" clId="{CF6A8858-4ADF-44CB-93B3-CFB5C9AE6374}" dt="2023-11-16T00:06:43.341" v="2723"/>
          <ac:spMkLst>
            <pc:docMk/>
            <pc:sldMk cId="2504391772" sldId="285"/>
            <ac:spMk id="101" creationId="{765D5671-ECB5-42E5-DE5E-BB62D4F0F48C}"/>
          </ac:spMkLst>
        </pc:spChg>
        <pc:spChg chg="add mod">
          <ac:chgData name="York Citynew" userId="788dd143c5a18d66" providerId="LiveId" clId="{CF6A8858-4ADF-44CB-93B3-CFB5C9AE6374}" dt="2023-11-16T00:17:30.356" v="2934" actId="20577"/>
          <ac:spMkLst>
            <pc:docMk/>
            <pc:sldMk cId="2504391772" sldId="285"/>
            <ac:spMk id="108" creationId="{5BA59999-53C1-FC81-7FF7-B970E261D069}"/>
          </ac:spMkLst>
        </pc:spChg>
        <pc:grpChg chg="add mod">
          <ac:chgData name="York Citynew" userId="788dd143c5a18d66" providerId="LiveId" clId="{CF6A8858-4ADF-44CB-93B3-CFB5C9AE6374}" dt="2023-11-16T00:06:49.658" v="2724" actId="1076"/>
          <ac:grpSpMkLst>
            <pc:docMk/>
            <pc:sldMk cId="2504391772" sldId="285"/>
            <ac:grpSpMk id="5" creationId="{70A4F2F0-93DD-E87D-1AB6-A4203D25F4F9}"/>
          </ac:grpSpMkLst>
        </pc:grpChg>
        <pc:cxnChg chg="add mod">
          <ac:chgData name="York Citynew" userId="788dd143c5a18d66" providerId="LiveId" clId="{CF6A8858-4ADF-44CB-93B3-CFB5C9AE6374}" dt="2023-11-16T00:17:49.121" v="2937" actId="14100"/>
          <ac:cxnSpMkLst>
            <pc:docMk/>
            <pc:sldMk cId="2504391772" sldId="285"/>
            <ac:cxnSpMk id="103" creationId="{E048BF4E-2BCD-C61D-97A3-EA8998DC9D94}"/>
          </ac:cxnSpMkLst>
        </pc:cxnChg>
        <pc:cxnChg chg="add mod">
          <ac:chgData name="York Citynew" userId="788dd143c5a18d66" providerId="LiveId" clId="{CF6A8858-4ADF-44CB-93B3-CFB5C9AE6374}" dt="2023-11-16T00:08:44.158" v="2754" actId="692"/>
          <ac:cxnSpMkLst>
            <pc:docMk/>
            <pc:sldMk cId="2504391772" sldId="285"/>
            <ac:cxnSpMk id="106" creationId="{56DDD965-D8AE-32AE-436D-565F57D04FE1}"/>
          </ac:cxnSpMkLst>
        </pc:cxnChg>
        <pc:cxnChg chg="add mod">
          <ac:chgData name="York Citynew" userId="788dd143c5a18d66" providerId="LiveId" clId="{CF6A8858-4ADF-44CB-93B3-CFB5C9AE6374}" dt="2023-11-16T00:24:39.206" v="3107" actId="692"/>
          <ac:cxnSpMkLst>
            <pc:docMk/>
            <pc:sldMk cId="2504391772" sldId="285"/>
            <ac:cxnSpMk id="113" creationId="{F87AAA77-BB9C-2F92-F308-C56C84AF603A}"/>
          </ac:cxnSpMkLst>
        </pc:cxnChg>
      </pc:sldChg>
      <pc:sldMasterChg chg="addSldLayout delSldLayout">
        <pc:chgData name="York Citynew" userId="788dd143c5a18d66" providerId="LiveId" clId="{CF6A8858-4ADF-44CB-93B3-CFB5C9AE6374}" dt="2023-11-15T23:32:58.123" v="2195" actId="47"/>
        <pc:sldMasterMkLst>
          <pc:docMk/>
          <pc:sldMasterMk cId="0" sldId="2147483670"/>
        </pc:sldMasterMkLst>
        <pc:sldLayoutChg chg="add del">
          <pc:chgData name="York Citynew" userId="788dd143c5a18d66" providerId="LiveId" clId="{CF6A8858-4ADF-44CB-93B3-CFB5C9AE6374}" dt="2023-11-15T23:25:33.360" v="2165" actId="47"/>
          <pc:sldLayoutMkLst>
            <pc:docMk/>
            <pc:sldMasterMk cId="0" sldId="2147483670"/>
            <pc:sldLayoutMk cId="0" sldId="2147483650"/>
          </pc:sldLayoutMkLst>
        </pc:sldLayoutChg>
        <pc:sldLayoutChg chg="del">
          <pc:chgData name="York Citynew" userId="788dd143c5a18d66" providerId="LiveId" clId="{CF6A8858-4ADF-44CB-93B3-CFB5C9AE6374}" dt="2023-11-15T23:32:58.123" v="2195" actId="47"/>
          <pc:sldLayoutMkLst>
            <pc:docMk/>
            <pc:sldMasterMk cId="0" sldId="2147483670"/>
            <pc:sldLayoutMk cId="0" sldId="2147483667"/>
          </pc:sldLayoutMkLst>
        </pc:sldLayoutChg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5T22:22:43.4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5T22:22:43.8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</inkml:trace>
  <inkml:trace contextRef="#ctx0" brushRef="#br0" timeOffset="1">1 1 24575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5T22:22:46.5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5T22:22:46.9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</inkml:trace>
  <inkml:trace contextRef="#ctx0" brushRef="#br0" timeOffset="1">1 1 24575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5T22:22:47.2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</inkml:trace>
  <inkml:trace contextRef="#ctx0" brushRef="#br0" timeOffset="1">1 1 24575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5T22:28:16.6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5T22:28:17.0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5T22:28:17.4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</inkml:trace>
  <inkml:trace contextRef="#ctx0" brushRef="#br0" timeOffset="1">1 0 24575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5T22:28:26.5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5T22:28:26.9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</inkml:trace>
  <inkml:trace contextRef="#ctx0" brushRef="#br0" timeOffset="1">1 0 24575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5T22:28:27.2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</inkml:trace>
  <inkml:trace contextRef="#ctx0" brushRef="#br0" timeOffset="1">1 0 24575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5T22:28:27.6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1-04T15:48:00.633"/>
    </inkml:context>
    <inkml:brush xml:id="br0">
      <inkml:brushProperty name="width" value="0.15" units="cm"/>
      <inkml:brushProperty name="height" value="0.15" units="cm"/>
      <inkml:brushProperty name="color" value="#ED1C24"/>
    </inkml:brush>
  </inkml:definitions>
  <inkml:trace contextRef="#ctx0" brushRef="#br0">265-213,'0'0,"0"0,0 0,0 0,0 0,0 0,0 0,0 0,0 0,0 0,0 0</inkml:trace>
  <inkml:trace contextRef="#ctx0" brushRef="#br0" timeOffset="-617">277-213,'0'0,"0"0,0 0,0 0,0 0,0 0</inkml:trace>
  <inkml:trace contextRef="#ctx0" brushRef="#br0" timeOffset="-1812">0 1,'0'0,"0"0,0 0,0 0,0 0,0 0,0 0,0 0</inkml:trace>
  <inkml:trace contextRef="#ctx0" brushRef="#br0" timeOffset="1020">176-113,'0'0,"0"0,0 0,0 0,0 0,0 0,0 0,0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848" units="cm"/>
          <inkml:channel name="T" type="integer" max="2.14748E9" units="dev"/>
        </inkml:traceFormat>
        <inkml:channelProperties>
          <inkml:channelProperty channel="X" name="resolution" value="37.72102" units="1/cm"/>
          <inkml:channelProperty channel="Y" name="resolution" value="64.61539" units="1/cm"/>
          <inkml:channelProperty channel="T" name="resolution" value="1" units="1/dev"/>
        </inkml:channelProperties>
      </inkml:inkSource>
      <inkml:timestamp xml:id="ts0" timeString="2024-01-04T14:32:39.42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13176 9763 0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3a7ae3b47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23a7ae3b47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Why linear Algebra? (Applications introduction)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Deep learning. Tensorflow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image processing. Pil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3a2595987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3a2595987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3a25959875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23a25959875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3a25959875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23a25959875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examples</a:t>
            </a:r>
            <a:r>
              <a:rPr lang="fa-IR" dirty="0"/>
              <a:t>)</a:t>
            </a:r>
            <a:r>
              <a:rPr lang="en-US" dirty="0"/>
              <a:t>demonstrate):</a:t>
            </a:r>
          </a:p>
          <a:p>
            <a:pPr lvl="1"/>
            <a:r>
              <a:rPr lang="en-US" dirty="0"/>
              <a:t>Scaling</a:t>
            </a:r>
          </a:p>
          <a:p>
            <a:pPr lvl="1"/>
            <a:r>
              <a:rPr lang="en-US" dirty="0"/>
              <a:t>Shear</a:t>
            </a:r>
          </a:p>
          <a:p>
            <a:pPr lvl="1"/>
            <a:r>
              <a:rPr lang="en-US" dirty="0"/>
              <a:t>random</a:t>
            </a:r>
          </a:p>
          <a:p>
            <a:pPr lvl="1"/>
            <a:r>
              <a:rPr lang="en-US" dirty="0"/>
              <a:t>Rotation</a:t>
            </a:r>
          </a:p>
          <a:p>
            <a:pPr lvl="1"/>
            <a:endParaRPr lang="en-US" dirty="0"/>
          </a:p>
          <a:p>
            <a:pPr lvl="0"/>
            <a:r>
              <a:rPr lang="en-US" dirty="0"/>
              <a:t>Generalize to 3 dimensions</a:t>
            </a:r>
          </a:p>
        </p:txBody>
      </p:sp>
    </p:spTree>
    <p:extLst>
      <p:ext uri="{BB962C8B-B14F-4D97-AF65-F5344CB8AC3E}">
        <p14:creationId xmlns:p14="http://schemas.microsoft.com/office/powerpoint/2010/main" val="917881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visualize</a:t>
            </a:r>
          </a:p>
        </p:txBody>
      </p:sp>
    </p:spTree>
    <p:extLst>
      <p:ext uri="{BB962C8B-B14F-4D97-AF65-F5344CB8AC3E}">
        <p14:creationId xmlns:p14="http://schemas.microsoft.com/office/powerpoint/2010/main" val="20697504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3a25959875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23a25959875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6316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3a25959875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23a25959875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4835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5400000" flipH="1">
            <a:off x="-9450" y="3476700"/>
            <a:ext cx="1676400" cy="1657200"/>
          </a:xfrm>
          <a:prstGeom prst="rtTriangl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" name="Google Shape;10;p2"/>
          <p:cNvSpPr/>
          <p:nvPr/>
        </p:nvSpPr>
        <p:spPr>
          <a:xfrm rot="-5400000" flipH="1">
            <a:off x="7388850" y="97800"/>
            <a:ext cx="1848000" cy="1652400"/>
          </a:xfrm>
          <a:prstGeom prst="rtTriangl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1" name="Google Shape;11;p2"/>
          <p:cNvGrpSpPr/>
          <p:nvPr/>
        </p:nvGrpSpPr>
        <p:grpSpPr>
          <a:xfrm>
            <a:off x="5047950" y="482650"/>
            <a:ext cx="1867820" cy="409500"/>
            <a:chOff x="4057650" y="640000"/>
            <a:chExt cx="1867820" cy="409500"/>
          </a:xfrm>
        </p:grpSpPr>
        <p:sp>
          <p:nvSpPr>
            <p:cNvPr id="12" name="Google Shape;12;p2"/>
            <p:cNvSpPr/>
            <p:nvPr/>
          </p:nvSpPr>
          <p:spPr>
            <a:xfrm>
              <a:off x="4057650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543757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029863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515970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6" name="Google Shape;16;p2"/>
          <p:cNvSpPr/>
          <p:nvPr/>
        </p:nvSpPr>
        <p:spPr>
          <a:xfrm flipH="1">
            <a:off x="8246650" y="2827850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" name="Google Shape;17;p2"/>
          <p:cNvSpPr/>
          <p:nvPr/>
        </p:nvSpPr>
        <p:spPr>
          <a:xfrm>
            <a:off x="2823975" y="330250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18;p2"/>
          <p:cNvSpPr/>
          <p:nvPr/>
        </p:nvSpPr>
        <p:spPr>
          <a:xfrm>
            <a:off x="2674275" y="4533650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1128900" y="1510402"/>
            <a:ext cx="6886200" cy="21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 rot="5400000" flipH="1">
            <a:off x="-9450" y="3476700"/>
            <a:ext cx="1676400" cy="1657200"/>
          </a:xfrm>
          <a:prstGeom prst="rtTriangl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" name="Google Shape;22;p3"/>
          <p:cNvSpPr/>
          <p:nvPr/>
        </p:nvSpPr>
        <p:spPr>
          <a:xfrm rot="-5400000" flipH="1">
            <a:off x="7388850" y="97800"/>
            <a:ext cx="1848000" cy="1652400"/>
          </a:xfrm>
          <a:prstGeom prst="rtTriangl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" name="Google Shape;23;p3"/>
          <p:cNvSpPr/>
          <p:nvPr/>
        </p:nvSpPr>
        <p:spPr>
          <a:xfrm flipH="1">
            <a:off x="8674550" y="2322338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4" name="Google Shape;24;p3"/>
          <p:cNvGrpSpPr/>
          <p:nvPr/>
        </p:nvGrpSpPr>
        <p:grpSpPr>
          <a:xfrm flipH="1">
            <a:off x="7393892" y="4201934"/>
            <a:ext cx="1593371" cy="997132"/>
            <a:chOff x="4887200" y="1707005"/>
            <a:chExt cx="1775541" cy="1111134"/>
          </a:xfrm>
        </p:grpSpPr>
        <p:sp>
          <p:nvSpPr>
            <p:cNvPr id="25" name="Google Shape;25;p3"/>
            <p:cNvSpPr/>
            <p:nvPr/>
          </p:nvSpPr>
          <p:spPr>
            <a:xfrm>
              <a:off x="4887200" y="1904675"/>
              <a:ext cx="1770000" cy="911400"/>
            </a:xfrm>
            <a:prstGeom prst="triangle">
              <a:avLst>
                <a:gd name="adj" fmla="val 50101"/>
              </a:avLst>
            </a:prstGeom>
            <a:gradFill>
              <a:gsLst>
                <a:gs pos="0">
                  <a:schemeClr val="accent1"/>
                </a:gs>
                <a:gs pos="5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5775866" y="1714889"/>
              <a:ext cx="886875" cy="1103250"/>
            </a:xfrm>
            <a:custGeom>
              <a:avLst/>
              <a:gdLst/>
              <a:ahLst/>
              <a:cxnLst/>
              <a:rect l="l" t="t" r="r" b="b"/>
              <a:pathLst>
                <a:path w="35475" h="44130" extrusionOk="0">
                  <a:moveTo>
                    <a:pt x="0" y="0"/>
                  </a:moveTo>
                  <a:lnTo>
                    <a:pt x="35475" y="35938"/>
                  </a:lnTo>
                  <a:lnTo>
                    <a:pt x="35274" y="4413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" name="Google Shape;27;p3"/>
            <p:cNvSpPr/>
            <p:nvPr/>
          </p:nvSpPr>
          <p:spPr>
            <a:xfrm>
              <a:off x="4887522" y="1707005"/>
              <a:ext cx="895050" cy="1109125"/>
            </a:xfrm>
            <a:custGeom>
              <a:avLst/>
              <a:gdLst/>
              <a:ahLst/>
              <a:cxnLst/>
              <a:rect l="l" t="t" r="r" b="b"/>
              <a:pathLst>
                <a:path w="35802" h="44365" extrusionOk="0">
                  <a:moveTo>
                    <a:pt x="35802" y="0"/>
                  </a:moveTo>
                  <a:lnTo>
                    <a:pt x="172" y="36508"/>
                  </a:lnTo>
                  <a:lnTo>
                    <a:pt x="0" y="44365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8" name="Google Shape;28;p3"/>
          <p:cNvSpPr/>
          <p:nvPr/>
        </p:nvSpPr>
        <p:spPr>
          <a:xfrm>
            <a:off x="3365975" y="4731700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" name="Google Shape;29;p3"/>
          <p:cNvSpPr txBox="1">
            <a:spLocks noGrp="1"/>
          </p:cNvSpPr>
          <p:nvPr>
            <p:ph type="title"/>
          </p:nvPr>
        </p:nvSpPr>
        <p:spPr>
          <a:xfrm>
            <a:off x="1149750" y="2008003"/>
            <a:ext cx="68445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title" idx="2" hasCustomPrompt="1"/>
          </p:nvPr>
        </p:nvSpPr>
        <p:spPr>
          <a:xfrm>
            <a:off x="2996550" y="817434"/>
            <a:ext cx="3150900" cy="121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 rot="5400000" flipH="1">
            <a:off x="-9450" y="3476700"/>
            <a:ext cx="1676400" cy="1657200"/>
          </a:xfrm>
          <a:prstGeom prst="rtTriangl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" name="Google Shape;33;p4"/>
          <p:cNvSpPr/>
          <p:nvPr/>
        </p:nvSpPr>
        <p:spPr>
          <a:xfrm rot="-5400000" flipH="1">
            <a:off x="7388850" y="97800"/>
            <a:ext cx="1848000" cy="1652400"/>
          </a:xfrm>
          <a:prstGeom prst="rtTriangl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4" name="Google Shape;34;p4"/>
          <p:cNvGrpSpPr/>
          <p:nvPr/>
        </p:nvGrpSpPr>
        <p:grpSpPr>
          <a:xfrm>
            <a:off x="7129850" y="4382600"/>
            <a:ext cx="1867820" cy="409500"/>
            <a:chOff x="4057650" y="640000"/>
            <a:chExt cx="1867820" cy="409500"/>
          </a:xfrm>
        </p:grpSpPr>
        <p:sp>
          <p:nvSpPr>
            <p:cNvPr id="35" name="Google Shape;35;p4"/>
            <p:cNvSpPr/>
            <p:nvPr/>
          </p:nvSpPr>
          <p:spPr>
            <a:xfrm>
              <a:off x="4057650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4543757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5029863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5515970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9" name="Google Shape;39;p4"/>
          <p:cNvSpPr/>
          <p:nvPr/>
        </p:nvSpPr>
        <p:spPr>
          <a:xfrm flipH="1">
            <a:off x="8586825" y="2909500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" name="Google Shape;40;p4"/>
          <p:cNvSpPr/>
          <p:nvPr/>
        </p:nvSpPr>
        <p:spPr>
          <a:xfrm>
            <a:off x="2823975" y="330250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" name="Google Shape;41;p4"/>
          <p:cNvSpPr/>
          <p:nvPr/>
        </p:nvSpPr>
        <p:spPr>
          <a:xfrm>
            <a:off x="2823975" y="4792100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" name="Google Shape;42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"/>
          <p:cNvSpPr txBox="1">
            <a:spLocks noGrp="1"/>
          </p:cNvSpPr>
          <p:nvPr>
            <p:ph type="body" idx="1"/>
          </p:nvPr>
        </p:nvSpPr>
        <p:spPr>
          <a:xfrm>
            <a:off x="720000" y="1051100"/>
            <a:ext cx="7704000" cy="35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/>
          <p:nvPr/>
        </p:nvSpPr>
        <p:spPr>
          <a:xfrm rot="-5400000">
            <a:off x="7472250" y="3476700"/>
            <a:ext cx="1676400" cy="1657200"/>
          </a:xfrm>
          <a:prstGeom prst="rtTriangl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" name="Google Shape;46;p5"/>
          <p:cNvSpPr/>
          <p:nvPr/>
        </p:nvSpPr>
        <p:spPr>
          <a:xfrm rot="5400000">
            <a:off x="-97650" y="97800"/>
            <a:ext cx="1848000" cy="1652400"/>
          </a:xfrm>
          <a:prstGeom prst="rtTriangl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" name="Google Shape;47;p5"/>
          <p:cNvSpPr/>
          <p:nvPr/>
        </p:nvSpPr>
        <p:spPr>
          <a:xfrm flipH="1">
            <a:off x="8770975" y="1848000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" name="Google Shape;48;p5"/>
          <p:cNvSpPr/>
          <p:nvPr/>
        </p:nvSpPr>
        <p:spPr>
          <a:xfrm>
            <a:off x="5391325" y="202675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9" name="Google Shape;49;p5"/>
          <p:cNvGrpSpPr/>
          <p:nvPr/>
        </p:nvGrpSpPr>
        <p:grpSpPr>
          <a:xfrm rot="10800000">
            <a:off x="7622492" y="-80191"/>
            <a:ext cx="1593371" cy="997132"/>
            <a:chOff x="4887200" y="1707005"/>
            <a:chExt cx="1775541" cy="1111134"/>
          </a:xfrm>
        </p:grpSpPr>
        <p:sp>
          <p:nvSpPr>
            <p:cNvPr id="50" name="Google Shape;50;p5"/>
            <p:cNvSpPr/>
            <p:nvPr/>
          </p:nvSpPr>
          <p:spPr>
            <a:xfrm>
              <a:off x="4887200" y="1904675"/>
              <a:ext cx="1770000" cy="911400"/>
            </a:xfrm>
            <a:prstGeom prst="triangle">
              <a:avLst>
                <a:gd name="adj" fmla="val 50101"/>
              </a:avLst>
            </a:prstGeom>
            <a:gradFill>
              <a:gsLst>
                <a:gs pos="0">
                  <a:schemeClr val="accent1"/>
                </a:gs>
                <a:gs pos="5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5775866" y="1714889"/>
              <a:ext cx="886875" cy="1103250"/>
            </a:xfrm>
            <a:custGeom>
              <a:avLst/>
              <a:gdLst/>
              <a:ahLst/>
              <a:cxnLst/>
              <a:rect l="l" t="t" r="r" b="b"/>
              <a:pathLst>
                <a:path w="35475" h="44130" extrusionOk="0">
                  <a:moveTo>
                    <a:pt x="0" y="0"/>
                  </a:moveTo>
                  <a:lnTo>
                    <a:pt x="35475" y="35938"/>
                  </a:lnTo>
                  <a:lnTo>
                    <a:pt x="35274" y="4413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" name="Google Shape;52;p5"/>
            <p:cNvSpPr/>
            <p:nvPr/>
          </p:nvSpPr>
          <p:spPr>
            <a:xfrm>
              <a:off x="4887522" y="1707005"/>
              <a:ext cx="895050" cy="1109125"/>
            </a:xfrm>
            <a:custGeom>
              <a:avLst/>
              <a:gdLst/>
              <a:ahLst/>
              <a:cxnLst/>
              <a:rect l="l" t="t" r="r" b="b"/>
              <a:pathLst>
                <a:path w="35802" h="44365" extrusionOk="0">
                  <a:moveTo>
                    <a:pt x="35802" y="0"/>
                  </a:moveTo>
                  <a:lnTo>
                    <a:pt x="172" y="36508"/>
                  </a:lnTo>
                  <a:lnTo>
                    <a:pt x="0" y="44365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53" name="Google Shape;53;p5"/>
          <p:cNvGrpSpPr/>
          <p:nvPr/>
        </p:nvGrpSpPr>
        <p:grpSpPr>
          <a:xfrm flipH="1">
            <a:off x="-81589" y="4189107"/>
            <a:ext cx="1116725" cy="1060727"/>
            <a:chOff x="596625" y="4028762"/>
            <a:chExt cx="1244400" cy="1182000"/>
          </a:xfrm>
        </p:grpSpPr>
        <p:sp>
          <p:nvSpPr>
            <p:cNvPr id="54" name="Google Shape;54;p5"/>
            <p:cNvSpPr/>
            <p:nvPr/>
          </p:nvSpPr>
          <p:spPr>
            <a:xfrm>
              <a:off x="596625" y="4028762"/>
              <a:ext cx="1244400" cy="1182000"/>
            </a:xfrm>
            <a:prstGeom prst="mathMultiply">
              <a:avLst>
                <a:gd name="adj1" fmla="val 16880"/>
              </a:avLst>
            </a:prstGeom>
            <a:gradFill>
              <a:gsLst>
                <a:gs pos="0">
                  <a:schemeClr val="accent1"/>
                </a:gs>
                <a:gs pos="5000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 dirty="0"/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828325" y="4081125"/>
              <a:ext cx="154675" cy="308050"/>
            </a:xfrm>
            <a:custGeom>
              <a:avLst/>
              <a:gdLst/>
              <a:ahLst/>
              <a:cxnLst/>
              <a:rect l="l" t="t" r="r" b="b"/>
              <a:pathLst>
                <a:path w="6187" h="12322" extrusionOk="0">
                  <a:moveTo>
                    <a:pt x="0" y="12322"/>
                  </a:moveTo>
                  <a:lnTo>
                    <a:pt x="211" y="6350"/>
                  </a:lnTo>
                  <a:lnTo>
                    <a:pt x="6187" y="0"/>
                  </a:lnTo>
                  <a:lnTo>
                    <a:pt x="5406" y="653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6" name="Google Shape;56;p5"/>
            <p:cNvSpPr/>
            <p:nvPr/>
          </p:nvSpPr>
          <p:spPr>
            <a:xfrm>
              <a:off x="987675" y="4081125"/>
              <a:ext cx="484225" cy="243700"/>
            </a:xfrm>
            <a:custGeom>
              <a:avLst/>
              <a:gdLst/>
              <a:ahLst/>
              <a:cxnLst/>
              <a:rect l="l" t="t" r="r" b="b"/>
              <a:pathLst>
                <a:path w="19369" h="9748" extrusionOk="0">
                  <a:moveTo>
                    <a:pt x="0" y="0"/>
                  </a:moveTo>
                  <a:lnTo>
                    <a:pt x="9458" y="9748"/>
                  </a:lnTo>
                  <a:lnTo>
                    <a:pt x="19369" y="356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7" name="Google Shape;57;p5"/>
            <p:cNvSpPr/>
            <p:nvPr/>
          </p:nvSpPr>
          <p:spPr>
            <a:xfrm>
              <a:off x="1476300" y="4096475"/>
              <a:ext cx="146375" cy="288550"/>
            </a:xfrm>
            <a:custGeom>
              <a:avLst/>
              <a:gdLst/>
              <a:ahLst/>
              <a:cxnLst/>
              <a:rect l="l" t="t" r="r" b="b"/>
              <a:pathLst>
                <a:path w="5855" h="11542" extrusionOk="0">
                  <a:moveTo>
                    <a:pt x="5382" y="11542"/>
                  </a:moveTo>
                  <a:lnTo>
                    <a:pt x="5855" y="5923"/>
                  </a:lnTo>
                  <a:lnTo>
                    <a:pt x="82" y="0"/>
                  </a:lnTo>
                  <a:lnTo>
                    <a:pt x="0" y="5916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8" name="Google Shape;58;p5"/>
            <p:cNvSpPr/>
            <p:nvPr/>
          </p:nvSpPr>
          <p:spPr>
            <a:xfrm>
              <a:off x="786500" y="4548888"/>
              <a:ext cx="218800" cy="305975"/>
            </a:xfrm>
            <a:custGeom>
              <a:avLst/>
              <a:gdLst/>
              <a:ahLst/>
              <a:cxnLst/>
              <a:rect l="l" t="t" r="r" b="b"/>
              <a:pathLst>
                <a:path w="8752" h="12239" extrusionOk="0">
                  <a:moveTo>
                    <a:pt x="8752" y="0"/>
                  </a:moveTo>
                  <a:lnTo>
                    <a:pt x="0" y="8882"/>
                  </a:lnTo>
                  <a:lnTo>
                    <a:pt x="1697" y="12239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9" name="Google Shape;59;p5"/>
            <p:cNvSpPr/>
            <p:nvPr/>
          </p:nvSpPr>
          <p:spPr>
            <a:xfrm flipH="1">
              <a:off x="1435424" y="4548888"/>
              <a:ext cx="218800" cy="305975"/>
            </a:xfrm>
            <a:custGeom>
              <a:avLst/>
              <a:gdLst/>
              <a:ahLst/>
              <a:cxnLst/>
              <a:rect l="l" t="t" r="r" b="b"/>
              <a:pathLst>
                <a:path w="8752" h="12239" extrusionOk="0">
                  <a:moveTo>
                    <a:pt x="8752" y="0"/>
                  </a:moveTo>
                  <a:lnTo>
                    <a:pt x="0" y="8882"/>
                  </a:lnTo>
                  <a:lnTo>
                    <a:pt x="1697" y="12239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60" name="Google Shape;60;p5"/>
          <p:cNvSpPr txBox="1">
            <a:spLocks noGrp="1"/>
          </p:cNvSpPr>
          <p:nvPr>
            <p:ph type="subTitle" idx="1"/>
          </p:nvPr>
        </p:nvSpPr>
        <p:spPr>
          <a:xfrm>
            <a:off x="4275700" y="1015175"/>
            <a:ext cx="4153200" cy="1265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subTitle" idx="2"/>
          </p:nvPr>
        </p:nvSpPr>
        <p:spPr>
          <a:xfrm>
            <a:off x="4275700" y="2985675"/>
            <a:ext cx="4153200" cy="1265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title"/>
          </p:nvPr>
        </p:nvSpPr>
        <p:spPr>
          <a:xfrm>
            <a:off x="715100" y="1943111"/>
            <a:ext cx="3039900" cy="12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/>
          <p:nvPr/>
        </p:nvSpPr>
        <p:spPr>
          <a:xfrm rot="-5400000">
            <a:off x="7472250" y="3476700"/>
            <a:ext cx="1676400" cy="1657200"/>
          </a:xfrm>
          <a:prstGeom prst="rtTriangl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5" name="Google Shape;65;p6"/>
          <p:cNvSpPr/>
          <p:nvPr/>
        </p:nvSpPr>
        <p:spPr>
          <a:xfrm rot="5400000">
            <a:off x="-97650" y="97800"/>
            <a:ext cx="1848000" cy="1652400"/>
          </a:xfrm>
          <a:prstGeom prst="rtTriangl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66" name="Google Shape;66;p6"/>
          <p:cNvGrpSpPr/>
          <p:nvPr/>
        </p:nvGrpSpPr>
        <p:grpSpPr>
          <a:xfrm flipH="1">
            <a:off x="1529480" y="4382600"/>
            <a:ext cx="1867820" cy="409500"/>
            <a:chOff x="4057650" y="640000"/>
            <a:chExt cx="1867820" cy="409500"/>
          </a:xfrm>
        </p:grpSpPr>
        <p:sp>
          <p:nvSpPr>
            <p:cNvPr id="67" name="Google Shape;67;p6"/>
            <p:cNvSpPr/>
            <p:nvPr/>
          </p:nvSpPr>
          <p:spPr>
            <a:xfrm>
              <a:off x="4057650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" name="Google Shape;68;p6"/>
            <p:cNvSpPr/>
            <p:nvPr/>
          </p:nvSpPr>
          <p:spPr>
            <a:xfrm>
              <a:off x="4543757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" name="Google Shape;69;p6"/>
            <p:cNvSpPr/>
            <p:nvPr/>
          </p:nvSpPr>
          <p:spPr>
            <a:xfrm>
              <a:off x="5029863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" name="Google Shape;70;p6"/>
            <p:cNvSpPr/>
            <p:nvPr/>
          </p:nvSpPr>
          <p:spPr>
            <a:xfrm>
              <a:off x="5515970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71" name="Google Shape;71;p6"/>
          <p:cNvSpPr/>
          <p:nvPr/>
        </p:nvSpPr>
        <p:spPr>
          <a:xfrm>
            <a:off x="186425" y="2174700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2" name="Google Shape;72;p6"/>
          <p:cNvSpPr/>
          <p:nvPr/>
        </p:nvSpPr>
        <p:spPr>
          <a:xfrm flipH="1">
            <a:off x="8820400" y="1228325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3" name="Google Shape;73;p6"/>
          <p:cNvSpPr/>
          <p:nvPr/>
        </p:nvSpPr>
        <p:spPr>
          <a:xfrm flipH="1">
            <a:off x="5840450" y="4792100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" name="Google Shape;74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/>
          <p:cNvSpPr/>
          <p:nvPr/>
        </p:nvSpPr>
        <p:spPr>
          <a:xfrm rot="5400000" flipH="1">
            <a:off x="-9450" y="3476700"/>
            <a:ext cx="1676400" cy="1657200"/>
          </a:xfrm>
          <a:prstGeom prst="rtTriangl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" name="Google Shape;77;p7"/>
          <p:cNvSpPr/>
          <p:nvPr/>
        </p:nvSpPr>
        <p:spPr>
          <a:xfrm rot="-5400000" flipH="1">
            <a:off x="7388850" y="97800"/>
            <a:ext cx="1848000" cy="1652400"/>
          </a:xfrm>
          <a:prstGeom prst="rtTriangl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78" name="Google Shape;78;p7"/>
          <p:cNvGrpSpPr/>
          <p:nvPr/>
        </p:nvGrpSpPr>
        <p:grpSpPr>
          <a:xfrm>
            <a:off x="-791300" y="330250"/>
            <a:ext cx="1867820" cy="409500"/>
            <a:chOff x="4057650" y="640000"/>
            <a:chExt cx="1867820" cy="409500"/>
          </a:xfrm>
        </p:grpSpPr>
        <p:sp>
          <p:nvSpPr>
            <p:cNvPr id="79" name="Google Shape;79;p7"/>
            <p:cNvSpPr/>
            <p:nvPr/>
          </p:nvSpPr>
          <p:spPr>
            <a:xfrm>
              <a:off x="4057650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" name="Google Shape;80;p7"/>
            <p:cNvSpPr/>
            <p:nvPr/>
          </p:nvSpPr>
          <p:spPr>
            <a:xfrm>
              <a:off x="4543757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" name="Google Shape;81;p7"/>
            <p:cNvSpPr/>
            <p:nvPr/>
          </p:nvSpPr>
          <p:spPr>
            <a:xfrm>
              <a:off x="5029863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" name="Google Shape;82;p7"/>
            <p:cNvSpPr/>
            <p:nvPr/>
          </p:nvSpPr>
          <p:spPr>
            <a:xfrm>
              <a:off x="5515970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83" name="Google Shape;83;p7"/>
          <p:cNvSpPr/>
          <p:nvPr/>
        </p:nvSpPr>
        <p:spPr>
          <a:xfrm flipH="1">
            <a:off x="8259161" y="2266675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4" name="Google Shape;84;p7"/>
          <p:cNvSpPr/>
          <p:nvPr/>
        </p:nvSpPr>
        <p:spPr>
          <a:xfrm flipH="1">
            <a:off x="4518311" y="222850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85" name="Google Shape;85;p7"/>
          <p:cNvGrpSpPr/>
          <p:nvPr/>
        </p:nvGrpSpPr>
        <p:grpSpPr>
          <a:xfrm flipH="1">
            <a:off x="7632217" y="4273571"/>
            <a:ext cx="1593371" cy="997132"/>
            <a:chOff x="4887200" y="1707005"/>
            <a:chExt cx="1775541" cy="1111134"/>
          </a:xfrm>
        </p:grpSpPr>
        <p:sp>
          <p:nvSpPr>
            <p:cNvPr id="86" name="Google Shape;86;p7"/>
            <p:cNvSpPr/>
            <p:nvPr/>
          </p:nvSpPr>
          <p:spPr>
            <a:xfrm>
              <a:off x="4887200" y="1904675"/>
              <a:ext cx="1770000" cy="911400"/>
            </a:xfrm>
            <a:prstGeom prst="triangle">
              <a:avLst>
                <a:gd name="adj" fmla="val 50101"/>
              </a:avLst>
            </a:prstGeom>
            <a:gradFill>
              <a:gsLst>
                <a:gs pos="0">
                  <a:schemeClr val="accent1"/>
                </a:gs>
                <a:gs pos="5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" name="Google Shape;87;p7"/>
            <p:cNvSpPr/>
            <p:nvPr/>
          </p:nvSpPr>
          <p:spPr>
            <a:xfrm>
              <a:off x="5775866" y="1714889"/>
              <a:ext cx="886875" cy="1103250"/>
            </a:xfrm>
            <a:custGeom>
              <a:avLst/>
              <a:gdLst/>
              <a:ahLst/>
              <a:cxnLst/>
              <a:rect l="l" t="t" r="r" b="b"/>
              <a:pathLst>
                <a:path w="35475" h="44130" extrusionOk="0">
                  <a:moveTo>
                    <a:pt x="0" y="0"/>
                  </a:moveTo>
                  <a:lnTo>
                    <a:pt x="35475" y="35938"/>
                  </a:lnTo>
                  <a:lnTo>
                    <a:pt x="35274" y="4413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" name="Google Shape;88;p7"/>
            <p:cNvSpPr/>
            <p:nvPr/>
          </p:nvSpPr>
          <p:spPr>
            <a:xfrm>
              <a:off x="4887522" y="1707005"/>
              <a:ext cx="895050" cy="1109125"/>
            </a:xfrm>
            <a:custGeom>
              <a:avLst/>
              <a:gdLst/>
              <a:ahLst/>
              <a:cxnLst/>
              <a:rect l="l" t="t" r="r" b="b"/>
              <a:pathLst>
                <a:path w="35802" h="44365" extrusionOk="0">
                  <a:moveTo>
                    <a:pt x="35802" y="0"/>
                  </a:moveTo>
                  <a:lnTo>
                    <a:pt x="172" y="36508"/>
                  </a:lnTo>
                  <a:lnTo>
                    <a:pt x="0" y="44365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89" name="Google Shape;89;p7"/>
          <p:cNvSpPr/>
          <p:nvPr/>
        </p:nvSpPr>
        <p:spPr>
          <a:xfrm>
            <a:off x="2158475" y="4554800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7"/>
          <p:cNvSpPr txBox="1">
            <a:spLocks noGrp="1"/>
          </p:cNvSpPr>
          <p:nvPr>
            <p:ph type="subTitle" idx="1"/>
          </p:nvPr>
        </p:nvSpPr>
        <p:spPr>
          <a:xfrm>
            <a:off x="1395750" y="1091328"/>
            <a:ext cx="6352500" cy="1220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"/>
          <p:cNvSpPr/>
          <p:nvPr/>
        </p:nvSpPr>
        <p:spPr>
          <a:xfrm rot="5400000" flipH="1">
            <a:off x="-9450" y="3476700"/>
            <a:ext cx="1676400" cy="1657200"/>
          </a:xfrm>
          <a:prstGeom prst="rtTriangl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8"/>
          <p:cNvSpPr/>
          <p:nvPr/>
        </p:nvSpPr>
        <p:spPr>
          <a:xfrm rot="-5400000" flipH="1">
            <a:off x="7388850" y="97800"/>
            <a:ext cx="1848000" cy="1652400"/>
          </a:xfrm>
          <a:prstGeom prst="rtTriangl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94" name="Google Shape;94;p8"/>
          <p:cNvGrpSpPr/>
          <p:nvPr/>
        </p:nvGrpSpPr>
        <p:grpSpPr>
          <a:xfrm>
            <a:off x="3638090" y="3763725"/>
            <a:ext cx="1867820" cy="409500"/>
            <a:chOff x="4057650" y="640000"/>
            <a:chExt cx="1867820" cy="409500"/>
          </a:xfrm>
        </p:grpSpPr>
        <p:sp>
          <p:nvSpPr>
            <p:cNvPr id="95" name="Google Shape;95;p8"/>
            <p:cNvSpPr/>
            <p:nvPr/>
          </p:nvSpPr>
          <p:spPr>
            <a:xfrm>
              <a:off x="4057650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" name="Google Shape;96;p8"/>
            <p:cNvSpPr/>
            <p:nvPr/>
          </p:nvSpPr>
          <p:spPr>
            <a:xfrm>
              <a:off x="4543757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" name="Google Shape;97;p8"/>
            <p:cNvSpPr/>
            <p:nvPr/>
          </p:nvSpPr>
          <p:spPr>
            <a:xfrm>
              <a:off x="5029863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" name="Google Shape;98;p8"/>
            <p:cNvSpPr/>
            <p:nvPr/>
          </p:nvSpPr>
          <p:spPr>
            <a:xfrm>
              <a:off x="5515970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99" name="Google Shape;99;p8"/>
          <p:cNvSpPr/>
          <p:nvPr/>
        </p:nvSpPr>
        <p:spPr>
          <a:xfrm flipH="1">
            <a:off x="313700" y="1589600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8"/>
          <p:cNvSpPr/>
          <p:nvPr/>
        </p:nvSpPr>
        <p:spPr>
          <a:xfrm>
            <a:off x="4837850" y="248600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1" name="Google Shape;101;p8"/>
          <p:cNvSpPr/>
          <p:nvPr/>
        </p:nvSpPr>
        <p:spPr>
          <a:xfrm>
            <a:off x="6770025" y="4901050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8"/>
          <p:cNvSpPr txBox="1">
            <a:spLocks noGrp="1"/>
          </p:cNvSpPr>
          <p:nvPr>
            <p:ph type="title"/>
          </p:nvPr>
        </p:nvSpPr>
        <p:spPr>
          <a:xfrm>
            <a:off x="1388100" y="970275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"/>
          <p:cNvSpPr/>
          <p:nvPr/>
        </p:nvSpPr>
        <p:spPr>
          <a:xfrm rot="5400000">
            <a:off x="-97650" y="97800"/>
            <a:ext cx="1848000" cy="1652400"/>
          </a:xfrm>
          <a:prstGeom prst="rtTriangl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5" name="Google Shape;105;p9"/>
          <p:cNvSpPr/>
          <p:nvPr/>
        </p:nvSpPr>
        <p:spPr>
          <a:xfrm rot="-5400000">
            <a:off x="7472250" y="3476700"/>
            <a:ext cx="1676400" cy="1657200"/>
          </a:xfrm>
          <a:prstGeom prst="rtTriangl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06" name="Google Shape;106;p9"/>
          <p:cNvGrpSpPr/>
          <p:nvPr/>
        </p:nvGrpSpPr>
        <p:grpSpPr>
          <a:xfrm flipH="1">
            <a:off x="8659630" y="1693700"/>
            <a:ext cx="1867820" cy="409500"/>
            <a:chOff x="4057650" y="640000"/>
            <a:chExt cx="1867820" cy="409500"/>
          </a:xfrm>
        </p:grpSpPr>
        <p:sp>
          <p:nvSpPr>
            <p:cNvPr id="107" name="Google Shape;107;p9"/>
            <p:cNvSpPr/>
            <p:nvPr/>
          </p:nvSpPr>
          <p:spPr>
            <a:xfrm>
              <a:off x="4057650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8" name="Google Shape;108;p9"/>
            <p:cNvSpPr/>
            <p:nvPr/>
          </p:nvSpPr>
          <p:spPr>
            <a:xfrm>
              <a:off x="4543757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" name="Google Shape;109;p9"/>
            <p:cNvSpPr/>
            <p:nvPr/>
          </p:nvSpPr>
          <p:spPr>
            <a:xfrm>
              <a:off x="5029863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" name="Google Shape;110;p9"/>
            <p:cNvSpPr/>
            <p:nvPr/>
          </p:nvSpPr>
          <p:spPr>
            <a:xfrm>
              <a:off x="5515970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11" name="Google Shape;111;p9"/>
          <p:cNvSpPr/>
          <p:nvPr/>
        </p:nvSpPr>
        <p:spPr>
          <a:xfrm>
            <a:off x="104800" y="2337975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9"/>
          <p:cNvSpPr/>
          <p:nvPr/>
        </p:nvSpPr>
        <p:spPr>
          <a:xfrm flipH="1">
            <a:off x="6902650" y="120500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3" name="Google Shape;113;p9"/>
          <p:cNvSpPr/>
          <p:nvPr/>
        </p:nvSpPr>
        <p:spPr>
          <a:xfrm flipH="1">
            <a:off x="4887950" y="4805800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14" name="Google Shape;114;p9"/>
          <p:cNvGrpSpPr/>
          <p:nvPr/>
        </p:nvGrpSpPr>
        <p:grpSpPr>
          <a:xfrm rot="10800000">
            <a:off x="7632217" y="-667341"/>
            <a:ext cx="1593371" cy="997132"/>
            <a:chOff x="4887200" y="1707005"/>
            <a:chExt cx="1775541" cy="1111134"/>
          </a:xfrm>
        </p:grpSpPr>
        <p:sp>
          <p:nvSpPr>
            <p:cNvPr id="115" name="Google Shape;115;p9"/>
            <p:cNvSpPr/>
            <p:nvPr/>
          </p:nvSpPr>
          <p:spPr>
            <a:xfrm>
              <a:off x="4887200" y="1904675"/>
              <a:ext cx="1770000" cy="911400"/>
            </a:xfrm>
            <a:prstGeom prst="triangle">
              <a:avLst>
                <a:gd name="adj" fmla="val 50101"/>
              </a:avLst>
            </a:prstGeom>
            <a:gradFill>
              <a:gsLst>
                <a:gs pos="0">
                  <a:schemeClr val="accent1"/>
                </a:gs>
                <a:gs pos="5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" name="Google Shape;116;p9"/>
            <p:cNvSpPr/>
            <p:nvPr/>
          </p:nvSpPr>
          <p:spPr>
            <a:xfrm>
              <a:off x="5775866" y="1714889"/>
              <a:ext cx="886875" cy="1103250"/>
            </a:xfrm>
            <a:custGeom>
              <a:avLst/>
              <a:gdLst/>
              <a:ahLst/>
              <a:cxnLst/>
              <a:rect l="l" t="t" r="r" b="b"/>
              <a:pathLst>
                <a:path w="35475" h="44130" extrusionOk="0">
                  <a:moveTo>
                    <a:pt x="0" y="0"/>
                  </a:moveTo>
                  <a:lnTo>
                    <a:pt x="35475" y="35938"/>
                  </a:lnTo>
                  <a:lnTo>
                    <a:pt x="35274" y="4413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7" name="Google Shape;117;p9"/>
            <p:cNvSpPr/>
            <p:nvPr/>
          </p:nvSpPr>
          <p:spPr>
            <a:xfrm>
              <a:off x="4887522" y="1707005"/>
              <a:ext cx="895050" cy="1109125"/>
            </a:xfrm>
            <a:custGeom>
              <a:avLst/>
              <a:gdLst/>
              <a:ahLst/>
              <a:cxnLst/>
              <a:rect l="l" t="t" r="r" b="b"/>
              <a:pathLst>
                <a:path w="35802" h="44365" extrusionOk="0">
                  <a:moveTo>
                    <a:pt x="35802" y="0"/>
                  </a:moveTo>
                  <a:lnTo>
                    <a:pt x="172" y="36508"/>
                  </a:lnTo>
                  <a:lnTo>
                    <a:pt x="0" y="44365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18" name="Google Shape;118;p9"/>
          <p:cNvGrpSpPr/>
          <p:nvPr/>
        </p:nvGrpSpPr>
        <p:grpSpPr>
          <a:xfrm flipH="1">
            <a:off x="104811" y="4078145"/>
            <a:ext cx="1116725" cy="1060727"/>
            <a:chOff x="596625" y="4028762"/>
            <a:chExt cx="1244400" cy="1182000"/>
          </a:xfrm>
        </p:grpSpPr>
        <p:sp>
          <p:nvSpPr>
            <p:cNvPr id="119" name="Google Shape;119;p9"/>
            <p:cNvSpPr/>
            <p:nvPr/>
          </p:nvSpPr>
          <p:spPr>
            <a:xfrm>
              <a:off x="596625" y="4028762"/>
              <a:ext cx="1244400" cy="1182000"/>
            </a:xfrm>
            <a:prstGeom prst="mathMultiply">
              <a:avLst>
                <a:gd name="adj1" fmla="val 16880"/>
              </a:avLst>
            </a:prstGeom>
            <a:gradFill>
              <a:gsLst>
                <a:gs pos="0">
                  <a:schemeClr val="accent1"/>
                </a:gs>
                <a:gs pos="5000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 dirty="0"/>
            </a:p>
          </p:txBody>
        </p:sp>
        <p:sp>
          <p:nvSpPr>
            <p:cNvPr id="120" name="Google Shape;120;p9"/>
            <p:cNvSpPr/>
            <p:nvPr/>
          </p:nvSpPr>
          <p:spPr>
            <a:xfrm>
              <a:off x="828325" y="4081125"/>
              <a:ext cx="154675" cy="308050"/>
            </a:xfrm>
            <a:custGeom>
              <a:avLst/>
              <a:gdLst/>
              <a:ahLst/>
              <a:cxnLst/>
              <a:rect l="l" t="t" r="r" b="b"/>
              <a:pathLst>
                <a:path w="6187" h="12322" extrusionOk="0">
                  <a:moveTo>
                    <a:pt x="0" y="12322"/>
                  </a:moveTo>
                  <a:lnTo>
                    <a:pt x="211" y="6350"/>
                  </a:lnTo>
                  <a:lnTo>
                    <a:pt x="6187" y="0"/>
                  </a:lnTo>
                  <a:lnTo>
                    <a:pt x="5406" y="653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1" name="Google Shape;121;p9"/>
            <p:cNvSpPr/>
            <p:nvPr/>
          </p:nvSpPr>
          <p:spPr>
            <a:xfrm>
              <a:off x="987675" y="4081125"/>
              <a:ext cx="484225" cy="243700"/>
            </a:xfrm>
            <a:custGeom>
              <a:avLst/>
              <a:gdLst/>
              <a:ahLst/>
              <a:cxnLst/>
              <a:rect l="l" t="t" r="r" b="b"/>
              <a:pathLst>
                <a:path w="19369" h="9748" extrusionOk="0">
                  <a:moveTo>
                    <a:pt x="0" y="0"/>
                  </a:moveTo>
                  <a:lnTo>
                    <a:pt x="9458" y="9748"/>
                  </a:lnTo>
                  <a:lnTo>
                    <a:pt x="19369" y="356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2" name="Google Shape;122;p9"/>
            <p:cNvSpPr/>
            <p:nvPr/>
          </p:nvSpPr>
          <p:spPr>
            <a:xfrm>
              <a:off x="1476300" y="4096475"/>
              <a:ext cx="146375" cy="288550"/>
            </a:xfrm>
            <a:custGeom>
              <a:avLst/>
              <a:gdLst/>
              <a:ahLst/>
              <a:cxnLst/>
              <a:rect l="l" t="t" r="r" b="b"/>
              <a:pathLst>
                <a:path w="5855" h="11542" extrusionOk="0">
                  <a:moveTo>
                    <a:pt x="5382" y="11542"/>
                  </a:moveTo>
                  <a:lnTo>
                    <a:pt x="5855" y="5923"/>
                  </a:lnTo>
                  <a:lnTo>
                    <a:pt x="82" y="0"/>
                  </a:lnTo>
                  <a:lnTo>
                    <a:pt x="0" y="5916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" name="Google Shape;123;p9"/>
            <p:cNvSpPr/>
            <p:nvPr/>
          </p:nvSpPr>
          <p:spPr>
            <a:xfrm>
              <a:off x="786500" y="4548888"/>
              <a:ext cx="218800" cy="305975"/>
            </a:xfrm>
            <a:custGeom>
              <a:avLst/>
              <a:gdLst/>
              <a:ahLst/>
              <a:cxnLst/>
              <a:rect l="l" t="t" r="r" b="b"/>
              <a:pathLst>
                <a:path w="8752" h="12239" extrusionOk="0">
                  <a:moveTo>
                    <a:pt x="8752" y="0"/>
                  </a:moveTo>
                  <a:lnTo>
                    <a:pt x="0" y="8882"/>
                  </a:lnTo>
                  <a:lnTo>
                    <a:pt x="1697" y="12239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4" name="Google Shape;124;p9"/>
            <p:cNvSpPr/>
            <p:nvPr/>
          </p:nvSpPr>
          <p:spPr>
            <a:xfrm flipH="1">
              <a:off x="1435424" y="4548888"/>
              <a:ext cx="218800" cy="305975"/>
            </a:xfrm>
            <a:custGeom>
              <a:avLst/>
              <a:gdLst/>
              <a:ahLst/>
              <a:cxnLst/>
              <a:rect l="l" t="t" r="r" b="b"/>
              <a:pathLst>
                <a:path w="8752" h="12239" extrusionOk="0">
                  <a:moveTo>
                    <a:pt x="8752" y="0"/>
                  </a:moveTo>
                  <a:lnTo>
                    <a:pt x="0" y="8882"/>
                  </a:lnTo>
                  <a:lnTo>
                    <a:pt x="1697" y="12239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25" name="Google Shape;125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6" name="Google Shape;126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"/>
          <p:cNvSpPr/>
          <p:nvPr/>
        </p:nvSpPr>
        <p:spPr>
          <a:xfrm rot="5400000" flipH="1">
            <a:off x="-9450" y="3476700"/>
            <a:ext cx="1676400" cy="1657200"/>
          </a:xfrm>
          <a:prstGeom prst="rtTriangl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9" name="Google Shape;129;p10"/>
          <p:cNvSpPr/>
          <p:nvPr/>
        </p:nvSpPr>
        <p:spPr>
          <a:xfrm rot="-5400000" flipH="1">
            <a:off x="7388850" y="97800"/>
            <a:ext cx="1848000" cy="1652400"/>
          </a:xfrm>
          <a:prstGeom prst="rtTriangl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30" name="Google Shape;130;p10"/>
          <p:cNvGrpSpPr/>
          <p:nvPr/>
        </p:nvGrpSpPr>
        <p:grpSpPr>
          <a:xfrm>
            <a:off x="3986600" y="330250"/>
            <a:ext cx="1867820" cy="409500"/>
            <a:chOff x="4057650" y="640000"/>
            <a:chExt cx="1867820" cy="409500"/>
          </a:xfrm>
        </p:grpSpPr>
        <p:sp>
          <p:nvSpPr>
            <p:cNvPr id="131" name="Google Shape;131;p10"/>
            <p:cNvSpPr/>
            <p:nvPr/>
          </p:nvSpPr>
          <p:spPr>
            <a:xfrm>
              <a:off x="4057650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" name="Google Shape;132;p10"/>
            <p:cNvSpPr/>
            <p:nvPr/>
          </p:nvSpPr>
          <p:spPr>
            <a:xfrm>
              <a:off x="4543757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" name="Google Shape;133;p10"/>
            <p:cNvSpPr/>
            <p:nvPr/>
          </p:nvSpPr>
          <p:spPr>
            <a:xfrm>
              <a:off x="5029863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" name="Google Shape;134;p10"/>
            <p:cNvSpPr/>
            <p:nvPr/>
          </p:nvSpPr>
          <p:spPr>
            <a:xfrm>
              <a:off x="5515970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35" name="Google Shape;135;p10"/>
          <p:cNvSpPr/>
          <p:nvPr/>
        </p:nvSpPr>
        <p:spPr>
          <a:xfrm flipH="1">
            <a:off x="8586825" y="2909500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6" name="Google Shape;136;p10"/>
          <p:cNvSpPr/>
          <p:nvPr/>
        </p:nvSpPr>
        <p:spPr>
          <a:xfrm>
            <a:off x="2823975" y="330250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7" name="Google Shape;137;p10"/>
          <p:cNvSpPr/>
          <p:nvPr/>
        </p:nvSpPr>
        <p:spPr>
          <a:xfrm>
            <a:off x="2823975" y="4792100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8" name="Google Shape;138;p10"/>
          <p:cNvSpPr txBox="1">
            <a:spLocks noGrp="1"/>
          </p:cNvSpPr>
          <p:nvPr>
            <p:ph type="title"/>
          </p:nvPr>
        </p:nvSpPr>
        <p:spPr>
          <a:xfrm>
            <a:off x="720000" y="4038000"/>
            <a:ext cx="7704000" cy="572700"/>
          </a:xfrm>
          <a:prstGeom prst="rect">
            <a:avLst/>
          </a:prstGeom>
          <a:gradFill>
            <a:gsLst>
              <a:gs pos="0">
                <a:schemeClr val="accent1"/>
              </a:gs>
              <a:gs pos="50000">
                <a:schemeClr val="lt2"/>
              </a:gs>
              <a:gs pos="100000">
                <a:schemeClr val="dk2"/>
              </a:gs>
            </a:gsLst>
            <a:lin ang="5400700" scaled="0"/>
          </a:gra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/>
          <p:nvPr/>
        </p:nvSpPr>
        <p:spPr>
          <a:xfrm rot="5400000" flipH="1">
            <a:off x="-9450" y="3476700"/>
            <a:ext cx="1676400" cy="1657200"/>
          </a:xfrm>
          <a:prstGeom prst="rtTriangl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p11"/>
          <p:cNvSpPr/>
          <p:nvPr/>
        </p:nvSpPr>
        <p:spPr>
          <a:xfrm rot="-5400000" flipH="1">
            <a:off x="7388850" y="97800"/>
            <a:ext cx="1848000" cy="1652400"/>
          </a:xfrm>
          <a:prstGeom prst="rtTriangl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42" name="Google Shape;142;p11"/>
          <p:cNvGrpSpPr/>
          <p:nvPr/>
        </p:nvGrpSpPr>
        <p:grpSpPr>
          <a:xfrm>
            <a:off x="3638090" y="3402025"/>
            <a:ext cx="1867820" cy="409500"/>
            <a:chOff x="4057650" y="640000"/>
            <a:chExt cx="1867820" cy="409500"/>
          </a:xfrm>
        </p:grpSpPr>
        <p:sp>
          <p:nvSpPr>
            <p:cNvPr id="143" name="Google Shape;143;p11"/>
            <p:cNvSpPr/>
            <p:nvPr/>
          </p:nvSpPr>
          <p:spPr>
            <a:xfrm>
              <a:off x="4057650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" name="Google Shape;144;p11"/>
            <p:cNvSpPr/>
            <p:nvPr/>
          </p:nvSpPr>
          <p:spPr>
            <a:xfrm>
              <a:off x="4543757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" name="Google Shape;145;p11"/>
            <p:cNvSpPr/>
            <p:nvPr/>
          </p:nvSpPr>
          <p:spPr>
            <a:xfrm>
              <a:off x="5029863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" name="Google Shape;146;p11"/>
            <p:cNvSpPr/>
            <p:nvPr/>
          </p:nvSpPr>
          <p:spPr>
            <a:xfrm>
              <a:off x="5515970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47" name="Google Shape;147;p11"/>
          <p:cNvSpPr/>
          <p:nvPr/>
        </p:nvSpPr>
        <p:spPr>
          <a:xfrm flipH="1">
            <a:off x="8586825" y="2909500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8" name="Google Shape;148;p11"/>
          <p:cNvSpPr/>
          <p:nvPr/>
        </p:nvSpPr>
        <p:spPr>
          <a:xfrm>
            <a:off x="2823975" y="330250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9" name="Google Shape;149;p11"/>
          <p:cNvSpPr/>
          <p:nvPr/>
        </p:nvSpPr>
        <p:spPr>
          <a:xfrm>
            <a:off x="2823975" y="4792100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50" name="Google Shape;150;p11"/>
          <p:cNvGrpSpPr/>
          <p:nvPr/>
        </p:nvGrpSpPr>
        <p:grpSpPr>
          <a:xfrm rot="10800000">
            <a:off x="5037142" y="-338741"/>
            <a:ext cx="1593371" cy="997132"/>
            <a:chOff x="4887200" y="1707005"/>
            <a:chExt cx="1775541" cy="1111134"/>
          </a:xfrm>
        </p:grpSpPr>
        <p:sp>
          <p:nvSpPr>
            <p:cNvPr id="151" name="Google Shape;151;p11"/>
            <p:cNvSpPr/>
            <p:nvPr/>
          </p:nvSpPr>
          <p:spPr>
            <a:xfrm>
              <a:off x="4887200" y="1904675"/>
              <a:ext cx="1770000" cy="911400"/>
            </a:xfrm>
            <a:prstGeom prst="triangle">
              <a:avLst>
                <a:gd name="adj" fmla="val 50101"/>
              </a:avLst>
            </a:prstGeom>
            <a:gradFill>
              <a:gsLst>
                <a:gs pos="0">
                  <a:schemeClr val="accent1"/>
                </a:gs>
                <a:gs pos="5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" name="Google Shape;152;p11"/>
            <p:cNvSpPr/>
            <p:nvPr/>
          </p:nvSpPr>
          <p:spPr>
            <a:xfrm>
              <a:off x="5775866" y="1714889"/>
              <a:ext cx="886875" cy="1103250"/>
            </a:xfrm>
            <a:custGeom>
              <a:avLst/>
              <a:gdLst/>
              <a:ahLst/>
              <a:cxnLst/>
              <a:rect l="l" t="t" r="r" b="b"/>
              <a:pathLst>
                <a:path w="35475" h="44130" extrusionOk="0">
                  <a:moveTo>
                    <a:pt x="0" y="0"/>
                  </a:moveTo>
                  <a:lnTo>
                    <a:pt x="35475" y="35938"/>
                  </a:lnTo>
                  <a:lnTo>
                    <a:pt x="35274" y="4413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3" name="Google Shape;153;p11"/>
            <p:cNvSpPr/>
            <p:nvPr/>
          </p:nvSpPr>
          <p:spPr>
            <a:xfrm>
              <a:off x="4887522" y="1707005"/>
              <a:ext cx="895050" cy="1109125"/>
            </a:xfrm>
            <a:custGeom>
              <a:avLst/>
              <a:gdLst/>
              <a:ahLst/>
              <a:cxnLst/>
              <a:rect l="l" t="t" r="r" b="b"/>
              <a:pathLst>
                <a:path w="35802" h="44365" extrusionOk="0">
                  <a:moveTo>
                    <a:pt x="35802" y="0"/>
                  </a:moveTo>
                  <a:lnTo>
                    <a:pt x="172" y="36508"/>
                  </a:lnTo>
                  <a:lnTo>
                    <a:pt x="0" y="44365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54" name="Google Shape;154;p11"/>
          <p:cNvGrpSpPr/>
          <p:nvPr/>
        </p:nvGrpSpPr>
        <p:grpSpPr>
          <a:xfrm flipH="1">
            <a:off x="156748" y="1780632"/>
            <a:ext cx="1116725" cy="1060727"/>
            <a:chOff x="596625" y="4028762"/>
            <a:chExt cx="1244400" cy="1182000"/>
          </a:xfrm>
        </p:grpSpPr>
        <p:sp>
          <p:nvSpPr>
            <p:cNvPr id="155" name="Google Shape;155;p11"/>
            <p:cNvSpPr/>
            <p:nvPr/>
          </p:nvSpPr>
          <p:spPr>
            <a:xfrm>
              <a:off x="596625" y="4028762"/>
              <a:ext cx="1244400" cy="1182000"/>
            </a:xfrm>
            <a:prstGeom prst="mathMultiply">
              <a:avLst>
                <a:gd name="adj1" fmla="val 16880"/>
              </a:avLst>
            </a:prstGeom>
            <a:gradFill>
              <a:gsLst>
                <a:gs pos="0">
                  <a:schemeClr val="accent1"/>
                </a:gs>
                <a:gs pos="5000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 dirty="0"/>
            </a:p>
          </p:txBody>
        </p:sp>
        <p:sp>
          <p:nvSpPr>
            <p:cNvPr id="156" name="Google Shape;156;p11"/>
            <p:cNvSpPr/>
            <p:nvPr/>
          </p:nvSpPr>
          <p:spPr>
            <a:xfrm>
              <a:off x="828325" y="4081125"/>
              <a:ext cx="154675" cy="308050"/>
            </a:xfrm>
            <a:custGeom>
              <a:avLst/>
              <a:gdLst/>
              <a:ahLst/>
              <a:cxnLst/>
              <a:rect l="l" t="t" r="r" b="b"/>
              <a:pathLst>
                <a:path w="6187" h="12322" extrusionOk="0">
                  <a:moveTo>
                    <a:pt x="0" y="12322"/>
                  </a:moveTo>
                  <a:lnTo>
                    <a:pt x="211" y="6350"/>
                  </a:lnTo>
                  <a:lnTo>
                    <a:pt x="6187" y="0"/>
                  </a:lnTo>
                  <a:lnTo>
                    <a:pt x="5406" y="653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7" name="Google Shape;157;p11"/>
            <p:cNvSpPr/>
            <p:nvPr/>
          </p:nvSpPr>
          <p:spPr>
            <a:xfrm>
              <a:off x="987675" y="4081125"/>
              <a:ext cx="484225" cy="243700"/>
            </a:xfrm>
            <a:custGeom>
              <a:avLst/>
              <a:gdLst/>
              <a:ahLst/>
              <a:cxnLst/>
              <a:rect l="l" t="t" r="r" b="b"/>
              <a:pathLst>
                <a:path w="19369" h="9748" extrusionOk="0">
                  <a:moveTo>
                    <a:pt x="0" y="0"/>
                  </a:moveTo>
                  <a:lnTo>
                    <a:pt x="9458" y="9748"/>
                  </a:lnTo>
                  <a:lnTo>
                    <a:pt x="19369" y="356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8" name="Google Shape;158;p11"/>
            <p:cNvSpPr/>
            <p:nvPr/>
          </p:nvSpPr>
          <p:spPr>
            <a:xfrm>
              <a:off x="1476300" y="4096475"/>
              <a:ext cx="146375" cy="288550"/>
            </a:xfrm>
            <a:custGeom>
              <a:avLst/>
              <a:gdLst/>
              <a:ahLst/>
              <a:cxnLst/>
              <a:rect l="l" t="t" r="r" b="b"/>
              <a:pathLst>
                <a:path w="5855" h="11542" extrusionOk="0">
                  <a:moveTo>
                    <a:pt x="5382" y="11542"/>
                  </a:moveTo>
                  <a:lnTo>
                    <a:pt x="5855" y="5923"/>
                  </a:lnTo>
                  <a:lnTo>
                    <a:pt x="82" y="0"/>
                  </a:lnTo>
                  <a:lnTo>
                    <a:pt x="0" y="5916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9" name="Google Shape;159;p11"/>
            <p:cNvSpPr/>
            <p:nvPr/>
          </p:nvSpPr>
          <p:spPr>
            <a:xfrm>
              <a:off x="786500" y="4548888"/>
              <a:ext cx="218800" cy="305975"/>
            </a:xfrm>
            <a:custGeom>
              <a:avLst/>
              <a:gdLst/>
              <a:ahLst/>
              <a:cxnLst/>
              <a:rect l="l" t="t" r="r" b="b"/>
              <a:pathLst>
                <a:path w="8752" h="12239" extrusionOk="0">
                  <a:moveTo>
                    <a:pt x="8752" y="0"/>
                  </a:moveTo>
                  <a:lnTo>
                    <a:pt x="0" y="8882"/>
                  </a:lnTo>
                  <a:lnTo>
                    <a:pt x="1697" y="12239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0" name="Google Shape;160;p11"/>
            <p:cNvSpPr/>
            <p:nvPr/>
          </p:nvSpPr>
          <p:spPr>
            <a:xfrm flipH="1">
              <a:off x="1435424" y="4548888"/>
              <a:ext cx="218800" cy="305975"/>
            </a:xfrm>
            <a:custGeom>
              <a:avLst/>
              <a:gdLst/>
              <a:ahLst/>
              <a:cxnLst/>
              <a:rect l="l" t="t" r="r" b="b"/>
              <a:pathLst>
                <a:path w="8752" h="12239" extrusionOk="0">
                  <a:moveTo>
                    <a:pt x="8752" y="0"/>
                  </a:moveTo>
                  <a:lnTo>
                    <a:pt x="0" y="8882"/>
                  </a:lnTo>
                  <a:lnTo>
                    <a:pt x="1697" y="12239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61" name="Google Shape;161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177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62" name="Google Shape;162;p11"/>
          <p:cNvSpPr txBox="1">
            <a:spLocks noGrp="1"/>
          </p:cNvSpPr>
          <p:nvPr>
            <p:ph type="subTitle" idx="1"/>
          </p:nvPr>
        </p:nvSpPr>
        <p:spPr>
          <a:xfrm>
            <a:off x="1284000" y="2688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"/>
          <p:cNvSpPr/>
          <p:nvPr/>
        </p:nvSpPr>
        <p:spPr>
          <a:xfrm rot="-5400000">
            <a:off x="7472250" y="3476700"/>
            <a:ext cx="1676400" cy="1657200"/>
          </a:xfrm>
          <a:prstGeom prst="rtTriangl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6" name="Google Shape;166;p13"/>
          <p:cNvSpPr/>
          <p:nvPr/>
        </p:nvSpPr>
        <p:spPr>
          <a:xfrm rot="5400000">
            <a:off x="-97650" y="97800"/>
            <a:ext cx="1848000" cy="1652400"/>
          </a:xfrm>
          <a:prstGeom prst="rtTriangl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13"/>
          <p:cNvSpPr/>
          <p:nvPr/>
        </p:nvSpPr>
        <p:spPr>
          <a:xfrm>
            <a:off x="5704300" y="238125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8" name="Google Shape;168;p13"/>
          <p:cNvSpPr/>
          <p:nvPr/>
        </p:nvSpPr>
        <p:spPr>
          <a:xfrm>
            <a:off x="6287950" y="4554800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69" name="Google Shape;169;p13"/>
          <p:cNvGrpSpPr/>
          <p:nvPr/>
        </p:nvGrpSpPr>
        <p:grpSpPr>
          <a:xfrm>
            <a:off x="2231936" y="4525921"/>
            <a:ext cx="1593371" cy="997132"/>
            <a:chOff x="4887200" y="1707005"/>
            <a:chExt cx="1775541" cy="1111134"/>
          </a:xfrm>
        </p:grpSpPr>
        <p:sp>
          <p:nvSpPr>
            <p:cNvPr id="170" name="Google Shape;170;p13"/>
            <p:cNvSpPr/>
            <p:nvPr/>
          </p:nvSpPr>
          <p:spPr>
            <a:xfrm>
              <a:off x="4887200" y="1904675"/>
              <a:ext cx="1770000" cy="911400"/>
            </a:xfrm>
            <a:prstGeom prst="triangle">
              <a:avLst>
                <a:gd name="adj" fmla="val 50101"/>
              </a:avLst>
            </a:prstGeom>
            <a:gradFill>
              <a:gsLst>
                <a:gs pos="0">
                  <a:schemeClr val="accent1"/>
                </a:gs>
                <a:gs pos="5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1" name="Google Shape;171;p13"/>
            <p:cNvSpPr/>
            <p:nvPr/>
          </p:nvSpPr>
          <p:spPr>
            <a:xfrm>
              <a:off x="5775866" y="1714889"/>
              <a:ext cx="886875" cy="1103250"/>
            </a:xfrm>
            <a:custGeom>
              <a:avLst/>
              <a:gdLst/>
              <a:ahLst/>
              <a:cxnLst/>
              <a:rect l="l" t="t" r="r" b="b"/>
              <a:pathLst>
                <a:path w="35475" h="44130" extrusionOk="0">
                  <a:moveTo>
                    <a:pt x="0" y="0"/>
                  </a:moveTo>
                  <a:lnTo>
                    <a:pt x="35475" y="35938"/>
                  </a:lnTo>
                  <a:lnTo>
                    <a:pt x="35274" y="4413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2" name="Google Shape;172;p13"/>
            <p:cNvSpPr/>
            <p:nvPr/>
          </p:nvSpPr>
          <p:spPr>
            <a:xfrm>
              <a:off x="4887522" y="1707005"/>
              <a:ext cx="895050" cy="1109125"/>
            </a:xfrm>
            <a:custGeom>
              <a:avLst/>
              <a:gdLst/>
              <a:ahLst/>
              <a:cxnLst/>
              <a:rect l="l" t="t" r="r" b="b"/>
              <a:pathLst>
                <a:path w="35802" h="44365" extrusionOk="0">
                  <a:moveTo>
                    <a:pt x="35802" y="0"/>
                  </a:moveTo>
                  <a:lnTo>
                    <a:pt x="172" y="36508"/>
                  </a:lnTo>
                  <a:lnTo>
                    <a:pt x="0" y="44365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73" name="Google Shape;173;p13"/>
          <p:cNvSpPr/>
          <p:nvPr/>
        </p:nvSpPr>
        <p:spPr>
          <a:xfrm flipH="1">
            <a:off x="353200" y="3467100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4" name="Google Shape;174;p13"/>
          <p:cNvSpPr txBox="1">
            <a:spLocks noGrp="1"/>
          </p:cNvSpPr>
          <p:nvPr>
            <p:ph type="title" hasCustomPrompt="1"/>
          </p:nvPr>
        </p:nvSpPr>
        <p:spPr>
          <a:xfrm>
            <a:off x="3700719" y="1125045"/>
            <a:ext cx="1249800" cy="82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5" name="Google Shape;175;p13"/>
          <p:cNvSpPr txBox="1">
            <a:spLocks noGrp="1"/>
          </p:cNvSpPr>
          <p:nvPr>
            <p:ph type="title" idx="2" hasCustomPrompt="1"/>
          </p:nvPr>
        </p:nvSpPr>
        <p:spPr>
          <a:xfrm>
            <a:off x="3700719" y="2667255"/>
            <a:ext cx="1249800" cy="82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6" name="Google Shape;176;p13"/>
          <p:cNvSpPr txBox="1">
            <a:spLocks noGrp="1"/>
          </p:cNvSpPr>
          <p:nvPr>
            <p:ph type="title" idx="3"/>
          </p:nvPr>
        </p:nvSpPr>
        <p:spPr>
          <a:xfrm>
            <a:off x="715450" y="1900009"/>
            <a:ext cx="2646900" cy="13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3"/>
          <p:cNvSpPr txBox="1">
            <a:spLocks noGrp="1"/>
          </p:cNvSpPr>
          <p:nvPr>
            <p:ph type="subTitle" idx="1"/>
          </p:nvPr>
        </p:nvSpPr>
        <p:spPr>
          <a:xfrm>
            <a:off x="3700719" y="1950654"/>
            <a:ext cx="4476000" cy="441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8" name="Google Shape;178;p13"/>
          <p:cNvSpPr txBox="1">
            <a:spLocks noGrp="1"/>
          </p:cNvSpPr>
          <p:nvPr>
            <p:ph type="subTitle" idx="4"/>
          </p:nvPr>
        </p:nvSpPr>
        <p:spPr>
          <a:xfrm>
            <a:off x="3700719" y="3492863"/>
            <a:ext cx="4476000" cy="441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"/>
          <p:cNvSpPr/>
          <p:nvPr/>
        </p:nvSpPr>
        <p:spPr>
          <a:xfrm rot="-5400000">
            <a:off x="7472250" y="3476700"/>
            <a:ext cx="1676400" cy="1657200"/>
          </a:xfrm>
          <a:prstGeom prst="rtTriangl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1" name="Google Shape;181;p14"/>
          <p:cNvSpPr/>
          <p:nvPr/>
        </p:nvSpPr>
        <p:spPr>
          <a:xfrm rot="5400000">
            <a:off x="-97650" y="97800"/>
            <a:ext cx="1848000" cy="1652400"/>
          </a:xfrm>
          <a:prstGeom prst="rtTriangl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2" name="Google Shape;182;p14"/>
          <p:cNvSpPr/>
          <p:nvPr/>
        </p:nvSpPr>
        <p:spPr>
          <a:xfrm flipH="1">
            <a:off x="8781950" y="2184438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83" name="Google Shape;183;p14"/>
          <p:cNvGrpSpPr/>
          <p:nvPr/>
        </p:nvGrpSpPr>
        <p:grpSpPr>
          <a:xfrm rot="10800000" flipH="1">
            <a:off x="7513763" y="-107241"/>
            <a:ext cx="1593371" cy="997132"/>
            <a:chOff x="4887200" y="1707005"/>
            <a:chExt cx="1775541" cy="1111134"/>
          </a:xfrm>
        </p:grpSpPr>
        <p:sp>
          <p:nvSpPr>
            <p:cNvPr id="184" name="Google Shape;184;p14"/>
            <p:cNvSpPr/>
            <p:nvPr/>
          </p:nvSpPr>
          <p:spPr>
            <a:xfrm>
              <a:off x="4887200" y="1904675"/>
              <a:ext cx="1770000" cy="911400"/>
            </a:xfrm>
            <a:prstGeom prst="triangle">
              <a:avLst>
                <a:gd name="adj" fmla="val 50101"/>
              </a:avLst>
            </a:prstGeom>
            <a:gradFill>
              <a:gsLst>
                <a:gs pos="0">
                  <a:schemeClr val="accent1"/>
                </a:gs>
                <a:gs pos="5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5" name="Google Shape;185;p14"/>
            <p:cNvSpPr/>
            <p:nvPr/>
          </p:nvSpPr>
          <p:spPr>
            <a:xfrm>
              <a:off x="5775866" y="1714889"/>
              <a:ext cx="886875" cy="1103250"/>
            </a:xfrm>
            <a:custGeom>
              <a:avLst/>
              <a:gdLst/>
              <a:ahLst/>
              <a:cxnLst/>
              <a:rect l="l" t="t" r="r" b="b"/>
              <a:pathLst>
                <a:path w="35475" h="44130" extrusionOk="0">
                  <a:moveTo>
                    <a:pt x="0" y="0"/>
                  </a:moveTo>
                  <a:lnTo>
                    <a:pt x="35475" y="35938"/>
                  </a:lnTo>
                  <a:lnTo>
                    <a:pt x="35274" y="4413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6" name="Google Shape;186;p14"/>
            <p:cNvSpPr/>
            <p:nvPr/>
          </p:nvSpPr>
          <p:spPr>
            <a:xfrm>
              <a:off x="4887522" y="1707005"/>
              <a:ext cx="895050" cy="1109125"/>
            </a:xfrm>
            <a:custGeom>
              <a:avLst/>
              <a:gdLst/>
              <a:ahLst/>
              <a:cxnLst/>
              <a:rect l="l" t="t" r="r" b="b"/>
              <a:pathLst>
                <a:path w="35802" h="44365" extrusionOk="0">
                  <a:moveTo>
                    <a:pt x="35802" y="0"/>
                  </a:moveTo>
                  <a:lnTo>
                    <a:pt x="172" y="36508"/>
                  </a:lnTo>
                  <a:lnTo>
                    <a:pt x="0" y="44365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87" name="Google Shape;187;p14"/>
          <p:cNvGrpSpPr/>
          <p:nvPr/>
        </p:nvGrpSpPr>
        <p:grpSpPr>
          <a:xfrm>
            <a:off x="357239" y="3914407"/>
            <a:ext cx="1116725" cy="1060727"/>
            <a:chOff x="596625" y="4028762"/>
            <a:chExt cx="1244400" cy="1182000"/>
          </a:xfrm>
        </p:grpSpPr>
        <p:sp>
          <p:nvSpPr>
            <p:cNvPr id="188" name="Google Shape;188;p14"/>
            <p:cNvSpPr/>
            <p:nvPr/>
          </p:nvSpPr>
          <p:spPr>
            <a:xfrm>
              <a:off x="596625" y="4028762"/>
              <a:ext cx="1244400" cy="1182000"/>
            </a:xfrm>
            <a:prstGeom prst="mathMultiply">
              <a:avLst>
                <a:gd name="adj1" fmla="val 16880"/>
              </a:avLst>
            </a:prstGeom>
            <a:gradFill>
              <a:gsLst>
                <a:gs pos="0">
                  <a:schemeClr val="accent1"/>
                </a:gs>
                <a:gs pos="5000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 dirty="0"/>
            </a:p>
          </p:txBody>
        </p:sp>
        <p:sp>
          <p:nvSpPr>
            <p:cNvPr id="189" name="Google Shape;189;p14"/>
            <p:cNvSpPr/>
            <p:nvPr/>
          </p:nvSpPr>
          <p:spPr>
            <a:xfrm>
              <a:off x="828325" y="4081125"/>
              <a:ext cx="154675" cy="308050"/>
            </a:xfrm>
            <a:custGeom>
              <a:avLst/>
              <a:gdLst/>
              <a:ahLst/>
              <a:cxnLst/>
              <a:rect l="l" t="t" r="r" b="b"/>
              <a:pathLst>
                <a:path w="6187" h="12322" extrusionOk="0">
                  <a:moveTo>
                    <a:pt x="0" y="12322"/>
                  </a:moveTo>
                  <a:lnTo>
                    <a:pt x="211" y="6350"/>
                  </a:lnTo>
                  <a:lnTo>
                    <a:pt x="6187" y="0"/>
                  </a:lnTo>
                  <a:lnTo>
                    <a:pt x="5406" y="653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0" name="Google Shape;190;p14"/>
            <p:cNvSpPr/>
            <p:nvPr/>
          </p:nvSpPr>
          <p:spPr>
            <a:xfrm>
              <a:off x="987675" y="4081125"/>
              <a:ext cx="484225" cy="243700"/>
            </a:xfrm>
            <a:custGeom>
              <a:avLst/>
              <a:gdLst/>
              <a:ahLst/>
              <a:cxnLst/>
              <a:rect l="l" t="t" r="r" b="b"/>
              <a:pathLst>
                <a:path w="19369" h="9748" extrusionOk="0">
                  <a:moveTo>
                    <a:pt x="0" y="0"/>
                  </a:moveTo>
                  <a:lnTo>
                    <a:pt x="9458" y="9748"/>
                  </a:lnTo>
                  <a:lnTo>
                    <a:pt x="19369" y="356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1" name="Google Shape;191;p14"/>
            <p:cNvSpPr/>
            <p:nvPr/>
          </p:nvSpPr>
          <p:spPr>
            <a:xfrm>
              <a:off x="1476300" y="4096475"/>
              <a:ext cx="146375" cy="288550"/>
            </a:xfrm>
            <a:custGeom>
              <a:avLst/>
              <a:gdLst/>
              <a:ahLst/>
              <a:cxnLst/>
              <a:rect l="l" t="t" r="r" b="b"/>
              <a:pathLst>
                <a:path w="5855" h="11542" extrusionOk="0">
                  <a:moveTo>
                    <a:pt x="5382" y="11542"/>
                  </a:moveTo>
                  <a:lnTo>
                    <a:pt x="5855" y="5923"/>
                  </a:lnTo>
                  <a:lnTo>
                    <a:pt x="82" y="0"/>
                  </a:lnTo>
                  <a:lnTo>
                    <a:pt x="0" y="5916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2" name="Google Shape;192;p14"/>
            <p:cNvSpPr/>
            <p:nvPr/>
          </p:nvSpPr>
          <p:spPr>
            <a:xfrm>
              <a:off x="786500" y="4548888"/>
              <a:ext cx="218800" cy="305975"/>
            </a:xfrm>
            <a:custGeom>
              <a:avLst/>
              <a:gdLst/>
              <a:ahLst/>
              <a:cxnLst/>
              <a:rect l="l" t="t" r="r" b="b"/>
              <a:pathLst>
                <a:path w="8752" h="12239" extrusionOk="0">
                  <a:moveTo>
                    <a:pt x="8752" y="0"/>
                  </a:moveTo>
                  <a:lnTo>
                    <a:pt x="0" y="8882"/>
                  </a:lnTo>
                  <a:lnTo>
                    <a:pt x="1697" y="12239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3" name="Google Shape;193;p14"/>
            <p:cNvSpPr/>
            <p:nvPr/>
          </p:nvSpPr>
          <p:spPr>
            <a:xfrm flipH="1">
              <a:off x="1435424" y="4548888"/>
              <a:ext cx="218800" cy="305975"/>
            </a:xfrm>
            <a:custGeom>
              <a:avLst/>
              <a:gdLst/>
              <a:ahLst/>
              <a:cxnLst/>
              <a:rect l="l" t="t" r="r" b="b"/>
              <a:pathLst>
                <a:path w="8752" h="12239" extrusionOk="0">
                  <a:moveTo>
                    <a:pt x="8752" y="0"/>
                  </a:moveTo>
                  <a:lnTo>
                    <a:pt x="0" y="8882"/>
                  </a:lnTo>
                  <a:lnTo>
                    <a:pt x="1697" y="12239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94" name="Google Shape;194;p14"/>
          <p:cNvSpPr/>
          <p:nvPr/>
        </p:nvSpPr>
        <p:spPr>
          <a:xfrm>
            <a:off x="2712850" y="4867725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5" name="Google Shape;195;p14"/>
          <p:cNvSpPr txBox="1">
            <a:spLocks noGrp="1"/>
          </p:cNvSpPr>
          <p:nvPr>
            <p:ph type="title"/>
          </p:nvPr>
        </p:nvSpPr>
        <p:spPr>
          <a:xfrm>
            <a:off x="720000" y="694454"/>
            <a:ext cx="7704000" cy="184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6" name="Google Shape;196;p14"/>
          <p:cNvSpPr txBox="1">
            <a:spLocks noGrp="1"/>
          </p:cNvSpPr>
          <p:nvPr>
            <p:ph type="title" idx="2" hasCustomPrompt="1"/>
          </p:nvPr>
        </p:nvSpPr>
        <p:spPr>
          <a:xfrm>
            <a:off x="2996550" y="2668604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/>
          <p:nvPr/>
        </p:nvSpPr>
        <p:spPr>
          <a:xfrm rot="5400000">
            <a:off x="-97650" y="97800"/>
            <a:ext cx="1848000" cy="1652400"/>
          </a:xfrm>
          <a:prstGeom prst="rtTriangl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9" name="Google Shape;199;p15"/>
          <p:cNvSpPr/>
          <p:nvPr/>
        </p:nvSpPr>
        <p:spPr>
          <a:xfrm rot="-5400000">
            <a:off x="7472250" y="3476700"/>
            <a:ext cx="1676400" cy="1657200"/>
          </a:xfrm>
          <a:prstGeom prst="rtTriangl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0" name="Google Shape;200;p15"/>
          <p:cNvSpPr/>
          <p:nvPr/>
        </p:nvSpPr>
        <p:spPr>
          <a:xfrm>
            <a:off x="4673825" y="77662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01" name="Google Shape;201;p15"/>
          <p:cNvGrpSpPr/>
          <p:nvPr/>
        </p:nvGrpSpPr>
        <p:grpSpPr>
          <a:xfrm>
            <a:off x="-810227" y="4368459"/>
            <a:ext cx="1593371" cy="997132"/>
            <a:chOff x="4887200" y="1707005"/>
            <a:chExt cx="1775541" cy="1111134"/>
          </a:xfrm>
        </p:grpSpPr>
        <p:sp>
          <p:nvSpPr>
            <p:cNvPr id="202" name="Google Shape;202;p15"/>
            <p:cNvSpPr/>
            <p:nvPr/>
          </p:nvSpPr>
          <p:spPr>
            <a:xfrm>
              <a:off x="4887200" y="1904675"/>
              <a:ext cx="1770000" cy="911400"/>
            </a:xfrm>
            <a:prstGeom prst="triangle">
              <a:avLst>
                <a:gd name="adj" fmla="val 50101"/>
              </a:avLst>
            </a:prstGeom>
            <a:gradFill>
              <a:gsLst>
                <a:gs pos="0">
                  <a:schemeClr val="accent1"/>
                </a:gs>
                <a:gs pos="5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3" name="Google Shape;203;p15"/>
            <p:cNvSpPr/>
            <p:nvPr/>
          </p:nvSpPr>
          <p:spPr>
            <a:xfrm>
              <a:off x="5775866" y="1714889"/>
              <a:ext cx="886875" cy="1103250"/>
            </a:xfrm>
            <a:custGeom>
              <a:avLst/>
              <a:gdLst/>
              <a:ahLst/>
              <a:cxnLst/>
              <a:rect l="l" t="t" r="r" b="b"/>
              <a:pathLst>
                <a:path w="35475" h="44130" extrusionOk="0">
                  <a:moveTo>
                    <a:pt x="0" y="0"/>
                  </a:moveTo>
                  <a:lnTo>
                    <a:pt x="35475" y="35938"/>
                  </a:lnTo>
                  <a:lnTo>
                    <a:pt x="35274" y="4413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4" name="Google Shape;204;p15"/>
            <p:cNvSpPr/>
            <p:nvPr/>
          </p:nvSpPr>
          <p:spPr>
            <a:xfrm>
              <a:off x="4887522" y="1707005"/>
              <a:ext cx="895050" cy="1109125"/>
            </a:xfrm>
            <a:custGeom>
              <a:avLst/>
              <a:gdLst/>
              <a:ahLst/>
              <a:cxnLst/>
              <a:rect l="l" t="t" r="r" b="b"/>
              <a:pathLst>
                <a:path w="35802" h="44365" extrusionOk="0">
                  <a:moveTo>
                    <a:pt x="35802" y="0"/>
                  </a:moveTo>
                  <a:lnTo>
                    <a:pt x="172" y="36508"/>
                  </a:lnTo>
                  <a:lnTo>
                    <a:pt x="0" y="44365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05" name="Google Shape;205;p15"/>
          <p:cNvGrpSpPr/>
          <p:nvPr/>
        </p:nvGrpSpPr>
        <p:grpSpPr>
          <a:xfrm>
            <a:off x="8428890" y="330250"/>
            <a:ext cx="1867820" cy="409500"/>
            <a:chOff x="4057650" y="640000"/>
            <a:chExt cx="1867820" cy="409500"/>
          </a:xfrm>
        </p:grpSpPr>
        <p:sp>
          <p:nvSpPr>
            <p:cNvPr id="206" name="Google Shape;206;p15"/>
            <p:cNvSpPr/>
            <p:nvPr/>
          </p:nvSpPr>
          <p:spPr>
            <a:xfrm>
              <a:off x="4057650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7" name="Google Shape;207;p15"/>
            <p:cNvSpPr/>
            <p:nvPr/>
          </p:nvSpPr>
          <p:spPr>
            <a:xfrm>
              <a:off x="4543757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8" name="Google Shape;208;p15"/>
            <p:cNvSpPr/>
            <p:nvPr/>
          </p:nvSpPr>
          <p:spPr>
            <a:xfrm>
              <a:off x="5029863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9" name="Google Shape;209;p15"/>
            <p:cNvSpPr/>
            <p:nvPr/>
          </p:nvSpPr>
          <p:spPr>
            <a:xfrm>
              <a:off x="5515970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10" name="Google Shape;210;p15"/>
          <p:cNvSpPr/>
          <p:nvPr/>
        </p:nvSpPr>
        <p:spPr>
          <a:xfrm flipH="1">
            <a:off x="8700275" y="2439838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1" name="Google Shape;211;p15"/>
          <p:cNvSpPr txBox="1">
            <a:spLocks noGrp="1"/>
          </p:cNvSpPr>
          <p:nvPr>
            <p:ph type="subTitle" idx="1"/>
          </p:nvPr>
        </p:nvSpPr>
        <p:spPr>
          <a:xfrm>
            <a:off x="1791975" y="535000"/>
            <a:ext cx="5560200" cy="127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E2A47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6"/>
          <p:cNvSpPr txBox="1">
            <a:spLocks noGrp="1"/>
          </p:cNvSpPr>
          <p:nvPr>
            <p:ph type="subTitle" idx="1"/>
          </p:nvPr>
        </p:nvSpPr>
        <p:spPr>
          <a:xfrm>
            <a:off x="1806800" y="847443"/>
            <a:ext cx="5530200" cy="3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E2A47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16"/>
          <p:cNvSpPr/>
          <p:nvPr/>
        </p:nvSpPr>
        <p:spPr>
          <a:xfrm rot="5400000" flipH="1">
            <a:off x="-9450" y="3476700"/>
            <a:ext cx="1676400" cy="1657200"/>
          </a:xfrm>
          <a:prstGeom prst="rtTriangl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5" name="Google Shape;215;p16"/>
          <p:cNvSpPr/>
          <p:nvPr/>
        </p:nvSpPr>
        <p:spPr>
          <a:xfrm rot="-5400000" flipH="1">
            <a:off x="7388850" y="97800"/>
            <a:ext cx="1848000" cy="1652400"/>
          </a:xfrm>
          <a:prstGeom prst="rtTriangl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6" name="Google Shape;216;p16"/>
          <p:cNvSpPr/>
          <p:nvPr/>
        </p:nvSpPr>
        <p:spPr>
          <a:xfrm flipH="1">
            <a:off x="8713875" y="3011338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7" name="Google Shape;217;p16"/>
          <p:cNvSpPr/>
          <p:nvPr/>
        </p:nvSpPr>
        <p:spPr>
          <a:xfrm>
            <a:off x="3217875" y="185062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8" name="Google Shape;218;p16"/>
          <p:cNvSpPr/>
          <p:nvPr/>
        </p:nvSpPr>
        <p:spPr>
          <a:xfrm>
            <a:off x="6082563" y="4867725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19" name="Google Shape;219;p16"/>
          <p:cNvGrpSpPr/>
          <p:nvPr/>
        </p:nvGrpSpPr>
        <p:grpSpPr>
          <a:xfrm>
            <a:off x="7494990" y="4403750"/>
            <a:ext cx="1867820" cy="409500"/>
            <a:chOff x="4057650" y="640000"/>
            <a:chExt cx="1867820" cy="409500"/>
          </a:xfrm>
        </p:grpSpPr>
        <p:sp>
          <p:nvSpPr>
            <p:cNvPr id="220" name="Google Shape;220;p16"/>
            <p:cNvSpPr/>
            <p:nvPr/>
          </p:nvSpPr>
          <p:spPr>
            <a:xfrm>
              <a:off x="4057650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" name="Google Shape;221;p16"/>
            <p:cNvSpPr/>
            <p:nvPr/>
          </p:nvSpPr>
          <p:spPr>
            <a:xfrm>
              <a:off x="4543757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" name="Google Shape;222;p16"/>
            <p:cNvSpPr/>
            <p:nvPr/>
          </p:nvSpPr>
          <p:spPr>
            <a:xfrm>
              <a:off x="5029863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" name="Google Shape;223;p16"/>
            <p:cNvSpPr/>
            <p:nvPr/>
          </p:nvSpPr>
          <p:spPr>
            <a:xfrm>
              <a:off x="5515970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24" name="Google Shape;224;p16"/>
          <p:cNvGrpSpPr/>
          <p:nvPr/>
        </p:nvGrpSpPr>
        <p:grpSpPr>
          <a:xfrm>
            <a:off x="2639838" y="4608509"/>
            <a:ext cx="1593371" cy="997132"/>
            <a:chOff x="4887200" y="1707005"/>
            <a:chExt cx="1775541" cy="1111134"/>
          </a:xfrm>
        </p:grpSpPr>
        <p:sp>
          <p:nvSpPr>
            <p:cNvPr id="225" name="Google Shape;225;p16"/>
            <p:cNvSpPr/>
            <p:nvPr/>
          </p:nvSpPr>
          <p:spPr>
            <a:xfrm>
              <a:off x="4887200" y="1904675"/>
              <a:ext cx="1770000" cy="911400"/>
            </a:xfrm>
            <a:prstGeom prst="triangle">
              <a:avLst>
                <a:gd name="adj" fmla="val 50101"/>
              </a:avLst>
            </a:prstGeom>
            <a:gradFill>
              <a:gsLst>
                <a:gs pos="0">
                  <a:schemeClr val="accent1"/>
                </a:gs>
                <a:gs pos="5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6" name="Google Shape;226;p16"/>
            <p:cNvSpPr/>
            <p:nvPr/>
          </p:nvSpPr>
          <p:spPr>
            <a:xfrm>
              <a:off x="5775866" y="1714889"/>
              <a:ext cx="886875" cy="1103250"/>
            </a:xfrm>
            <a:custGeom>
              <a:avLst/>
              <a:gdLst/>
              <a:ahLst/>
              <a:cxnLst/>
              <a:rect l="l" t="t" r="r" b="b"/>
              <a:pathLst>
                <a:path w="35475" h="44130" extrusionOk="0">
                  <a:moveTo>
                    <a:pt x="0" y="0"/>
                  </a:moveTo>
                  <a:lnTo>
                    <a:pt x="35475" y="35938"/>
                  </a:lnTo>
                  <a:lnTo>
                    <a:pt x="35274" y="4413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7" name="Google Shape;227;p16"/>
            <p:cNvSpPr/>
            <p:nvPr/>
          </p:nvSpPr>
          <p:spPr>
            <a:xfrm>
              <a:off x="4887522" y="1707005"/>
              <a:ext cx="895050" cy="1109125"/>
            </a:xfrm>
            <a:custGeom>
              <a:avLst/>
              <a:gdLst/>
              <a:ahLst/>
              <a:cxnLst/>
              <a:rect l="l" t="t" r="r" b="b"/>
              <a:pathLst>
                <a:path w="35802" h="44365" extrusionOk="0">
                  <a:moveTo>
                    <a:pt x="35802" y="0"/>
                  </a:moveTo>
                  <a:lnTo>
                    <a:pt x="172" y="36508"/>
                  </a:lnTo>
                  <a:lnTo>
                    <a:pt x="0" y="44365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_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"/>
          <p:cNvSpPr/>
          <p:nvPr/>
        </p:nvSpPr>
        <p:spPr>
          <a:xfrm rot="5400000" flipH="1">
            <a:off x="-9450" y="3476700"/>
            <a:ext cx="1676400" cy="1657200"/>
          </a:xfrm>
          <a:prstGeom prst="rtTriangl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0" name="Google Shape;230;p17"/>
          <p:cNvSpPr/>
          <p:nvPr/>
        </p:nvSpPr>
        <p:spPr>
          <a:xfrm rot="-5400000" flipH="1">
            <a:off x="7388850" y="97800"/>
            <a:ext cx="1848000" cy="1652400"/>
          </a:xfrm>
          <a:prstGeom prst="rtTriangl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1" name="Google Shape;231;p17"/>
          <p:cNvSpPr txBox="1">
            <a:spLocks noGrp="1"/>
          </p:cNvSpPr>
          <p:nvPr>
            <p:ph type="subTitle" idx="1"/>
          </p:nvPr>
        </p:nvSpPr>
        <p:spPr>
          <a:xfrm>
            <a:off x="717550" y="1270900"/>
            <a:ext cx="7704000" cy="32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E2A47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17"/>
          <p:cNvSpPr txBox="1">
            <a:spLocks noGrp="1"/>
          </p:cNvSpPr>
          <p:nvPr>
            <p:ph type="title"/>
          </p:nvPr>
        </p:nvSpPr>
        <p:spPr>
          <a:xfrm>
            <a:off x="1126400" y="445025"/>
            <a:ext cx="6886200" cy="7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17"/>
          <p:cNvSpPr/>
          <p:nvPr/>
        </p:nvSpPr>
        <p:spPr>
          <a:xfrm flipH="1">
            <a:off x="304650" y="1637013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4" name="Google Shape;234;p17"/>
          <p:cNvSpPr/>
          <p:nvPr/>
        </p:nvSpPr>
        <p:spPr>
          <a:xfrm>
            <a:off x="5245350" y="165150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5" name="Google Shape;235;p17"/>
          <p:cNvSpPr/>
          <p:nvPr/>
        </p:nvSpPr>
        <p:spPr>
          <a:xfrm>
            <a:off x="6082563" y="4867725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36" name="Google Shape;236;p17"/>
          <p:cNvGrpSpPr/>
          <p:nvPr/>
        </p:nvGrpSpPr>
        <p:grpSpPr>
          <a:xfrm>
            <a:off x="8353388" y="4314009"/>
            <a:ext cx="1593371" cy="997132"/>
            <a:chOff x="4887200" y="1707005"/>
            <a:chExt cx="1775541" cy="1111134"/>
          </a:xfrm>
        </p:grpSpPr>
        <p:sp>
          <p:nvSpPr>
            <p:cNvPr id="237" name="Google Shape;237;p17"/>
            <p:cNvSpPr/>
            <p:nvPr/>
          </p:nvSpPr>
          <p:spPr>
            <a:xfrm>
              <a:off x="4887200" y="1904675"/>
              <a:ext cx="1770000" cy="911400"/>
            </a:xfrm>
            <a:prstGeom prst="triangle">
              <a:avLst>
                <a:gd name="adj" fmla="val 50101"/>
              </a:avLst>
            </a:prstGeom>
            <a:gradFill>
              <a:gsLst>
                <a:gs pos="0">
                  <a:schemeClr val="accent1"/>
                </a:gs>
                <a:gs pos="5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8" name="Google Shape;238;p17"/>
            <p:cNvSpPr/>
            <p:nvPr/>
          </p:nvSpPr>
          <p:spPr>
            <a:xfrm>
              <a:off x="5775866" y="1714889"/>
              <a:ext cx="886875" cy="1103250"/>
            </a:xfrm>
            <a:custGeom>
              <a:avLst/>
              <a:gdLst/>
              <a:ahLst/>
              <a:cxnLst/>
              <a:rect l="l" t="t" r="r" b="b"/>
              <a:pathLst>
                <a:path w="35475" h="44130" extrusionOk="0">
                  <a:moveTo>
                    <a:pt x="0" y="0"/>
                  </a:moveTo>
                  <a:lnTo>
                    <a:pt x="35475" y="35938"/>
                  </a:lnTo>
                  <a:lnTo>
                    <a:pt x="35274" y="4413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9" name="Google Shape;239;p17"/>
            <p:cNvSpPr/>
            <p:nvPr/>
          </p:nvSpPr>
          <p:spPr>
            <a:xfrm>
              <a:off x="4887522" y="1707005"/>
              <a:ext cx="895050" cy="1109125"/>
            </a:xfrm>
            <a:custGeom>
              <a:avLst/>
              <a:gdLst/>
              <a:ahLst/>
              <a:cxnLst/>
              <a:rect l="l" t="t" r="r" b="b"/>
              <a:pathLst>
                <a:path w="35802" h="44365" extrusionOk="0">
                  <a:moveTo>
                    <a:pt x="35802" y="0"/>
                  </a:moveTo>
                  <a:lnTo>
                    <a:pt x="172" y="36508"/>
                  </a:lnTo>
                  <a:lnTo>
                    <a:pt x="0" y="44365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40" name="Google Shape;240;p17"/>
          <p:cNvGrpSpPr/>
          <p:nvPr/>
        </p:nvGrpSpPr>
        <p:grpSpPr>
          <a:xfrm>
            <a:off x="-1152710" y="330250"/>
            <a:ext cx="1867820" cy="409500"/>
            <a:chOff x="4057650" y="640000"/>
            <a:chExt cx="1867820" cy="409500"/>
          </a:xfrm>
        </p:grpSpPr>
        <p:sp>
          <p:nvSpPr>
            <p:cNvPr id="241" name="Google Shape;241;p17"/>
            <p:cNvSpPr/>
            <p:nvPr/>
          </p:nvSpPr>
          <p:spPr>
            <a:xfrm>
              <a:off x="4057650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2" name="Google Shape;242;p17"/>
            <p:cNvSpPr/>
            <p:nvPr/>
          </p:nvSpPr>
          <p:spPr>
            <a:xfrm>
              <a:off x="4543757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3" name="Google Shape;243;p17"/>
            <p:cNvSpPr/>
            <p:nvPr/>
          </p:nvSpPr>
          <p:spPr>
            <a:xfrm>
              <a:off x="5029863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4" name="Google Shape;244;p17"/>
            <p:cNvSpPr/>
            <p:nvPr/>
          </p:nvSpPr>
          <p:spPr>
            <a:xfrm>
              <a:off x="5515970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_1_1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8"/>
          <p:cNvSpPr/>
          <p:nvPr/>
        </p:nvSpPr>
        <p:spPr>
          <a:xfrm rot="5400000" flipH="1">
            <a:off x="-9450" y="3476700"/>
            <a:ext cx="1676400" cy="1657200"/>
          </a:xfrm>
          <a:prstGeom prst="rtTriangl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7" name="Google Shape;247;p18"/>
          <p:cNvSpPr/>
          <p:nvPr/>
        </p:nvSpPr>
        <p:spPr>
          <a:xfrm rot="-5400000" flipH="1">
            <a:off x="7388850" y="97800"/>
            <a:ext cx="1848000" cy="1652400"/>
          </a:xfrm>
          <a:prstGeom prst="rtTriangl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8" name="Google Shape;248;p18"/>
          <p:cNvSpPr txBox="1">
            <a:spLocks noGrp="1"/>
          </p:cNvSpPr>
          <p:nvPr>
            <p:ph type="subTitle" idx="1"/>
          </p:nvPr>
        </p:nvSpPr>
        <p:spPr>
          <a:xfrm>
            <a:off x="720000" y="1174625"/>
            <a:ext cx="7704000" cy="1344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0E2A47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9" name="Google Shape;249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7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18"/>
          <p:cNvSpPr/>
          <p:nvPr/>
        </p:nvSpPr>
        <p:spPr>
          <a:xfrm flipH="1">
            <a:off x="304650" y="1637013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1" name="Google Shape;251;p18"/>
          <p:cNvSpPr/>
          <p:nvPr/>
        </p:nvSpPr>
        <p:spPr>
          <a:xfrm>
            <a:off x="5245350" y="165150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2" name="Google Shape;252;p18"/>
          <p:cNvSpPr/>
          <p:nvPr/>
        </p:nvSpPr>
        <p:spPr>
          <a:xfrm>
            <a:off x="6082563" y="4867725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53" name="Google Shape;253;p18"/>
          <p:cNvGrpSpPr/>
          <p:nvPr/>
        </p:nvGrpSpPr>
        <p:grpSpPr>
          <a:xfrm>
            <a:off x="8353388" y="4314009"/>
            <a:ext cx="1593371" cy="997132"/>
            <a:chOff x="4887200" y="1707005"/>
            <a:chExt cx="1775541" cy="1111134"/>
          </a:xfrm>
        </p:grpSpPr>
        <p:sp>
          <p:nvSpPr>
            <p:cNvPr id="254" name="Google Shape;254;p18"/>
            <p:cNvSpPr/>
            <p:nvPr/>
          </p:nvSpPr>
          <p:spPr>
            <a:xfrm>
              <a:off x="4887200" y="1904675"/>
              <a:ext cx="1770000" cy="911400"/>
            </a:xfrm>
            <a:prstGeom prst="triangle">
              <a:avLst>
                <a:gd name="adj" fmla="val 50101"/>
              </a:avLst>
            </a:prstGeom>
            <a:gradFill>
              <a:gsLst>
                <a:gs pos="0">
                  <a:schemeClr val="accent1"/>
                </a:gs>
                <a:gs pos="5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5" name="Google Shape;255;p18"/>
            <p:cNvSpPr/>
            <p:nvPr/>
          </p:nvSpPr>
          <p:spPr>
            <a:xfrm>
              <a:off x="5775866" y="1714889"/>
              <a:ext cx="886875" cy="1103250"/>
            </a:xfrm>
            <a:custGeom>
              <a:avLst/>
              <a:gdLst/>
              <a:ahLst/>
              <a:cxnLst/>
              <a:rect l="l" t="t" r="r" b="b"/>
              <a:pathLst>
                <a:path w="35475" h="44130" extrusionOk="0">
                  <a:moveTo>
                    <a:pt x="0" y="0"/>
                  </a:moveTo>
                  <a:lnTo>
                    <a:pt x="35475" y="35938"/>
                  </a:lnTo>
                  <a:lnTo>
                    <a:pt x="35274" y="4413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" name="Google Shape;256;p18"/>
            <p:cNvSpPr/>
            <p:nvPr/>
          </p:nvSpPr>
          <p:spPr>
            <a:xfrm>
              <a:off x="4887522" y="1707005"/>
              <a:ext cx="895050" cy="1109125"/>
            </a:xfrm>
            <a:custGeom>
              <a:avLst/>
              <a:gdLst/>
              <a:ahLst/>
              <a:cxnLst/>
              <a:rect l="l" t="t" r="r" b="b"/>
              <a:pathLst>
                <a:path w="35802" h="44365" extrusionOk="0">
                  <a:moveTo>
                    <a:pt x="35802" y="0"/>
                  </a:moveTo>
                  <a:lnTo>
                    <a:pt x="172" y="36508"/>
                  </a:lnTo>
                  <a:lnTo>
                    <a:pt x="0" y="44365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57" name="Google Shape;257;p18"/>
          <p:cNvGrpSpPr/>
          <p:nvPr/>
        </p:nvGrpSpPr>
        <p:grpSpPr>
          <a:xfrm>
            <a:off x="-1152710" y="330250"/>
            <a:ext cx="1867820" cy="409500"/>
            <a:chOff x="4057650" y="640000"/>
            <a:chExt cx="1867820" cy="409500"/>
          </a:xfrm>
        </p:grpSpPr>
        <p:sp>
          <p:nvSpPr>
            <p:cNvPr id="258" name="Google Shape;258;p18"/>
            <p:cNvSpPr/>
            <p:nvPr/>
          </p:nvSpPr>
          <p:spPr>
            <a:xfrm>
              <a:off x="4057650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9" name="Google Shape;259;p18"/>
            <p:cNvSpPr/>
            <p:nvPr/>
          </p:nvSpPr>
          <p:spPr>
            <a:xfrm>
              <a:off x="4543757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0" name="Google Shape;260;p18"/>
            <p:cNvSpPr/>
            <p:nvPr/>
          </p:nvSpPr>
          <p:spPr>
            <a:xfrm>
              <a:off x="5029863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1" name="Google Shape;261;p18"/>
            <p:cNvSpPr/>
            <p:nvPr/>
          </p:nvSpPr>
          <p:spPr>
            <a:xfrm>
              <a:off x="5515970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9"/>
          <p:cNvSpPr txBox="1">
            <a:spLocks noGrp="1"/>
          </p:cNvSpPr>
          <p:nvPr>
            <p:ph type="ctrTitle"/>
          </p:nvPr>
        </p:nvSpPr>
        <p:spPr>
          <a:xfrm>
            <a:off x="2430000" y="535000"/>
            <a:ext cx="4284000" cy="9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64" name="Google Shape;264;p19"/>
          <p:cNvSpPr txBox="1">
            <a:spLocks noGrp="1"/>
          </p:cNvSpPr>
          <p:nvPr>
            <p:ph type="subTitle" idx="1"/>
          </p:nvPr>
        </p:nvSpPr>
        <p:spPr>
          <a:xfrm>
            <a:off x="2323375" y="2325025"/>
            <a:ext cx="4497300" cy="126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65" name="Google Shape;265;p19"/>
          <p:cNvSpPr/>
          <p:nvPr/>
        </p:nvSpPr>
        <p:spPr>
          <a:xfrm rot="5400000" flipH="1">
            <a:off x="-9450" y="3476700"/>
            <a:ext cx="1676400" cy="1657200"/>
          </a:xfrm>
          <a:prstGeom prst="rtTriangl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6" name="Google Shape;266;p19"/>
          <p:cNvSpPr/>
          <p:nvPr/>
        </p:nvSpPr>
        <p:spPr>
          <a:xfrm rot="-5400000" flipH="1">
            <a:off x="7388850" y="97800"/>
            <a:ext cx="1848000" cy="1652400"/>
          </a:xfrm>
          <a:prstGeom prst="rtTriangl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67" name="Google Shape;267;p19"/>
          <p:cNvGrpSpPr/>
          <p:nvPr/>
        </p:nvGrpSpPr>
        <p:grpSpPr>
          <a:xfrm>
            <a:off x="8428900" y="2755213"/>
            <a:ext cx="1867820" cy="409500"/>
            <a:chOff x="4057650" y="640000"/>
            <a:chExt cx="1867820" cy="409500"/>
          </a:xfrm>
        </p:grpSpPr>
        <p:sp>
          <p:nvSpPr>
            <p:cNvPr id="268" name="Google Shape;268;p19"/>
            <p:cNvSpPr/>
            <p:nvPr/>
          </p:nvSpPr>
          <p:spPr>
            <a:xfrm>
              <a:off x="4057650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9" name="Google Shape;269;p19"/>
            <p:cNvSpPr/>
            <p:nvPr/>
          </p:nvSpPr>
          <p:spPr>
            <a:xfrm>
              <a:off x="4543757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0" name="Google Shape;270;p19"/>
            <p:cNvSpPr/>
            <p:nvPr/>
          </p:nvSpPr>
          <p:spPr>
            <a:xfrm>
              <a:off x="5029863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1" name="Google Shape;271;p19"/>
            <p:cNvSpPr/>
            <p:nvPr/>
          </p:nvSpPr>
          <p:spPr>
            <a:xfrm>
              <a:off x="5515970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72" name="Google Shape;272;p19"/>
          <p:cNvSpPr/>
          <p:nvPr/>
        </p:nvSpPr>
        <p:spPr>
          <a:xfrm flipH="1">
            <a:off x="6606550" y="157025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3" name="Google Shape;273;p19"/>
          <p:cNvSpPr/>
          <p:nvPr/>
        </p:nvSpPr>
        <p:spPr>
          <a:xfrm>
            <a:off x="184200" y="2412150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74" name="Google Shape;274;p19"/>
          <p:cNvGrpSpPr/>
          <p:nvPr/>
        </p:nvGrpSpPr>
        <p:grpSpPr>
          <a:xfrm>
            <a:off x="7632223" y="4280625"/>
            <a:ext cx="1593371" cy="997132"/>
            <a:chOff x="4887200" y="1707005"/>
            <a:chExt cx="1775541" cy="1111134"/>
          </a:xfrm>
        </p:grpSpPr>
        <p:sp>
          <p:nvSpPr>
            <p:cNvPr id="275" name="Google Shape;275;p19"/>
            <p:cNvSpPr/>
            <p:nvPr/>
          </p:nvSpPr>
          <p:spPr>
            <a:xfrm>
              <a:off x="4887200" y="1904675"/>
              <a:ext cx="1770000" cy="911400"/>
            </a:xfrm>
            <a:prstGeom prst="triangle">
              <a:avLst>
                <a:gd name="adj" fmla="val 50101"/>
              </a:avLst>
            </a:prstGeom>
            <a:gradFill>
              <a:gsLst>
                <a:gs pos="0">
                  <a:schemeClr val="accent1"/>
                </a:gs>
                <a:gs pos="50000">
                  <a:schemeClr val="lt2"/>
                </a:gs>
                <a:gs pos="100000">
                  <a:schemeClr val="dk2"/>
                </a:gs>
              </a:gsLst>
              <a:lin ang="108014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6" name="Google Shape;276;p19"/>
            <p:cNvSpPr/>
            <p:nvPr/>
          </p:nvSpPr>
          <p:spPr>
            <a:xfrm>
              <a:off x="5775866" y="1714889"/>
              <a:ext cx="886875" cy="1103250"/>
            </a:xfrm>
            <a:custGeom>
              <a:avLst/>
              <a:gdLst/>
              <a:ahLst/>
              <a:cxnLst/>
              <a:rect l="l" t="t" r="r" b="b"/>
              <a:pathLst>
                <a:path w="35475" h="44130" extrusionOk="0">
                  <a:moveTo>
                    <a:pt x="0" y="0"/>
                  </a:moveTo>
                  <a:lnTo>
                    <a:pt x="35475" y="35938"/>
                  </a:lnTo>
                  <a:lnTo>
                    <a:pt x="35274" y="4413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7" name="Google Shape;277;p19"/>
            <p:cNvSpPr/>
            <p:nvPr/>
          </p:nvSpPr>
          <p:spPr>
            <a:xfrm>
              <a:off x="4887522" y="1707005"/>
              <a:ext cx="895050" cy="1109125"/>
            </a:xfrm>
            <a:custGeom>
              <a:avLst/>
              <a:gdLst/>
              <a:ahLst/>
              <a:cxnLst/>
              <a:rect l="l" t="t" r="r" b="b"/>
              <a:pathLst>
                <a:path w="35802" h="44365" extrusionOk="0">
                  <a:moveTo>
                    <a:pt x="35802" y="0"/>
                  </a:moveTo>
                  <a:lnTo>
                    <a:pt x="172" y="36508"/>
                  </a:lnTo>
                  <a:lnTo>
                    <a:pt x="0" y="44365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78" name="Google Shape;278;p19"/>
          <p:cNvSpPr/>
          <p:nvPr/>
        </p:nvSpPr>
        <p:spPr>
          <a:xfrm>
            <a:off x="2322600" y="4860500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9" name="Google Shape;279;p19"/>
          <p:cNvSpPr txBox="1"/>
          <p:nvPr/>
        </p:nvSpPr>
        <p:spPr>
          <a:xfrm>
            <a:off x="2000250" y="3660325"/>
            <a:ext cx="51435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CREDITS:</a:t>
            </a:r>
            <a:r>
              <a:rPr lang="en" sz="1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Alata"/>
                <a:ea typeface="Alata"/>
                <a:cs typeface="Alata"/>
                <a:sym typeface="Alat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, including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Alata"/>
                <a:ea typeface="Alata"/>
                <a:cs typeface="Alata"/>
                <a:sym typeface="Alat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, </a:t>
            </a:r>
            <a:r>
              <a:rPr lang="en" sz="1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Alata"/>
                <a:ea typeface="Alata"/>
                <a:cs typeface="Alata"/>
                <a:sym typeface="Alat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 </a:t>
            </a:r>
            <a:r>
              <a:rPr lang="en" sz="1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and content by</a:t>
            </a:r>
            <a:r>
              <a:rPr lang="en" sz="10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 </a:t>
            </a:r>
            <a:r>
              <a:rPr lang="en" sz="1000" b="1">
                <a:solidFill>
                  <a:srgbClr val="333333"/>
                </a:solidFill>
                <a:highlight>
                  <a:srgbClr val="FFFFFF"/>
                </a:highlight>
                <a:latin typeface="Alata"/>
                <a:ea typeface="Alata"/>
                <a:cs typeface="Alata"/>
                <a:sym typeface="Alata"/>
              </a:rPr>
              <a:t>Swetha Tandri</a:t>
            </a:r>
            <a:endParaRPr sz="1000" b="1" dirty="0">
              <a:solidFill>
                <a:schemeClr val="dk1"/>
              </a:solidFill>
              <a:latin typeface="Alata"/>
              <a:ea typeface="Alata"/>
              <a:cs typeface="Alata"/>
              <a:sym typeface="Alata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0"/>
          <p:cNvSpPr/>
          <p:nvPr/>
        </p:nvSpPr>
        <p:spPr>
          <a:xfrm rot="5400000" flipH="1">
            <a:off x="-9450" y="3476700"/>
            <a:ext cx="1676400" cy="1657200"/>
          </a:xfrm>
          <a:prstGeom prst="rtTriangl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2" name="Google Shape;282;p20"/>
          <p:cNvSpPr/>
          <p:nvPr/>
        </p:nvSpPr>
        <p:spPr>
          <a:xfrm rot="-5400000" flipH="1">
            <a:off x="7388850" y="97800"/>
            <a:ext cx="1848000" cy="1652400"/>
          </a:xfrm>
          <a:prstGeom prst="rtTriangl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3" name="Google Shape;283;p20"/>
          <p:cNvSpPr/>
          <p:nvPr/>
        </p:nvSpPr>
        <p:spPr>
          <a:xfrm flipH="1">
            <a:off x="8854875" y="2518050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4" name="Google Shape;284;p20"/>
          <p:cNvSpPr/>
          <p:nvPr/>
        </p:nvSpPr>
        <p:spPr>
          <a:xfrm>
            <a:off x="987975" y="270725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5" name="Google Shape;285;p20"/>
          <p:cNvSpPr/>
          <p:nvPr/>
        </p:nvSpPr>
        <p:spPr>
          <a:xfrm>
            <a:off x="4821150" y="4863925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86" name="Google Shape;286;p20"/>
          <p:cNvGrpSpPr/>
          <p:nvPr/>
        </p:nvGrpSpPr>
        <p:grpSpPr>
          <a:xfrm rot="10800000">
            <a:off x="3638092" y="-174141"/>
            <a:ext cx="1593371" cy="997132"/>
            <a:chOff x="4887200" y="1707005"/>
            <a:chExt cx="1775541" cy="1111134"/>
          </a:xfrm>
        </p:grpSpPr>
        <p:sp>
          <p:nvSpPr>
            <p:cNvPr id="287" name="Google Shape;287;p20"/>
            <p:cNvSpPr/>
            <p:nvPr/>
          </p:nvSpPr>
          <p:spPr>
            <a:xfrm>
              <a:off x="4887200" y="1904675"/>
              <a:ext cx="1770000" cy="911400"/>
            </a:xfrm>
            <a:prstGeom prst="triangle">
              <a:avLst>
                <a:gd name="adj" fmla="val 50101"/>
              </a:avLst>
            </a:prstGeom>
            <a:gradFill>
              <a:gsLst>
                <a:gs pos="0">
                  <a:schemeClr val="accent1"/>
                </a:gs>
                <a:gs pos="5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8" name="Google Shape;288;p20"/>
            <p:cNvSpPr/>
            <p:nvPr/>
          </p:nvSpPr>
          <p:spPr>
            <a:xfrm>
              <a:off x="5775866" y="1714889"/>
              <a:ext cx="886875" cy="1103250"/>
            </a:xfrm>
            <a:custGeom>
              <a:avLst/>
              <a:gdLst/>
              <a:ahLst/>
              <a:cxnLst/>
              <a:rect l="l" t="t" r="r" b="b"/>
              <a:pathLst>
                <a:path w="35475" h="44130" extrusionOk="0">
                  <a:moveTo>
                    <a:pt x="0" y="0"/>
                  </a:moveTo>
                  <a:lnTo>
                    <a:pt x="35475" y="35938"/>
                  </a:lnTo>
                  <a:lnTo>
                    <a:pt x="35274" y="4413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9" name="Google Shape;289;p20"/>
            <p:cNvSpPr/>
            <p:nvPr/>
          </p:nvSpPr>
          <p:spPr>
            <a:xfrm>
              <a:off x="4887522" y="1707005"/>
              <a:ext cx="895050" cy="1109125"/>
            </a:xfrm>
            <a:custGeom>
              <a:avLst/>
              <a:gdLst/>
              <a:ahLst/>
              <a:cxnLst/>
              <a:rect l="l" t="t" r="r" b="b"/>
              <a:pathLst>
                <a:path w="35802" h="44365" extrusionOk="0">
                  <a:moveTo>
                    <a:pt x="35802" y="0"/>
                  </a:moveTo>
                  <a:lnTo>
                    <a:pt x="172" y="36508"/>
                  </a:lnTo>
                  <a:lnTo>
                    <a:pt x="0" y="44365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Black"/>
              <a:buNone/>
              <a:defRPr sz="35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Black"/>
              <a:buNone/>
              <a:defRPr sz="30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Black"/>
              <a:buNone/>
              <a:defRPr sz="30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Black"/>
              <a:buNone/>
              <a:defRPr sz="30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Black"/>
              <a:buNone/>
              <a:defRPr sz="30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Black"/>
              <a:buNone/>
              <a:defRPr sz="30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Black"/>
              <a:buNone/>
              <a:defRPr sz="30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Black"/>
              <a:buNone/>
              <a:defRPr sz="30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Black"/>
              <a:buNone/>
              <a:defRPr sz="30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ata"/>
              <a:buChar char="●"/>
              <a:defRPr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ata"/>
              <a:buChar char="○"/>
              <a:defRPr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ata"/>
              <a:buChar char="■"/>
              <a:defRPr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ata"/>
              <a:buChar char="●"/>
              <a:defRPr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ata"/>
              <a:buChar char="○"/>
              <a:defRPr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ata"/>
              <a:buChar char="■"/>
              <a:defRPr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ata"/>
              <a:buChar char="●"/>
              <a:defRPr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ata"/>
              <a:buChar char="○"/>
              <a:defRPr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lata"/>
              <a:buChar char="■"/>
              <a:defRPr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13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customXml" Target="../ink/ink4.xml"/><Relationship Id="rId12" Type="http://schemas.openxmlformats.org/officeDocument/2006/relationships/customXml" Target="../ink/ink9.xml"/><Relationship Id="rId17" Type="http://schemas.openxmlformats.org/officeDocument/2006/relationships/customXml" Target="../ink/ink12.xml"/><Relationship Id="rId2" Type="http://schemas.openxmlformats.org/officeDocument/2006/relationships/customXml" Target="../ink/ink1.xml"/><Relationship Id="rId16" Type="http://schemas.openxmlformats.org/officeDocument/2006/relationships/customXml" Target="../ink/ink11.xml"/><Relationship Id="rId1" Type="http://schemas.openxmlformats.org/officeDocument/2006/relationships/slideLayout" Target="../slideLayouts/slideLayout15.xml"/><Relationship Id="rId6" Type="http://schemas.openxmlformats.org/officeDocument/2006/relationships/customXml" Target="../ink/ink3.xml"/><Relationship Id="rId11" Type="http://schemas.openxmlformats.org/officeDocument/2006/relationships/customXml" Target="../ink/ink8.xml"/><Relationship Id="rId5" Type="http://schemas.openxmlformats.org/officeDocument/2006/relationships/image" Target="../media/image6.png"/><Relationship Id="rId15" Type="http://schemas.openxmlformats.org/officeDocument/2006/relationships/image" Target="../media/image8.png"/><Relationship Id="rId10" Type="http://schemas.openxmlformats.org/officeDocument/2006/relationships/customXml" Target="../ink/ink7.xml"/><Relationship Id="rId4" Type="http://schemas.openxmlformats.org/officeDocument/2006/relationships/customXml" Target="../ink/ink2.xml"/><Relationship Id="rId9" Type="http://schemas.openxmlformats.org/officeDocument/2006/relationships/customXml" Target="../ink/ink6.xml"/><Relationship Id="rId14" Type="http://schemas.openxmlformats.org/officeDocument/2006/relationships/customXml" Target="../ink/ink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1.png"/><Relationship Id="rId4" Type="http://schemas.openxmlformats.org/officeDocument/2006/relationships/image" Target="../media/image18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customXml" Target="../ink/ink14.xml"/><Relationship Id="rId3" Type="http://schemas.openxmlformats.org/officeDocument/2006/relationships/image" Target="../media/image31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2.png"/><Relationship Id="rId9" Type="http://schemas.openxmlformats.org/officeDocument/2006/relationships/image" Target="../media/image39.png"/><Relationship Id="rId1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9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png"/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6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8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image" Target="../media/image130.png"/><Relationship Id="rId7" Type="http://schemas.openxmlformats.org/officeDocument/2006/relationships/image" Target="../media/image17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60.png"/><Relationship Id="rId5" Type="http://schemas.openxmlformats.org/officeDocument/2006/relationships/image" Target="../media/image150.png"/><Relationship Id="rId4" Type="http://schemas.openxmlformats.org/officeDocument/2006/relationships/image" Target="../media/image14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3" Type="http://schemas.openxmlformats.org/officeDocument/2006/relationships/image" Target="../media/image90.png"/><Relationship Id="rId7" Type="http://schemas.openxmlformats.org/officeDocument/2006/relationships/image" Target="../media/image21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0.png"/><Relationship Id="rId11" Type="http://schemas.openxmlformats.org/officeDocument/2006/relationships/image" Target="../media/image250.png"/><Relationship Id="rId5" Type="http://schemas.openxmlformats.org/officeDocument/2006/relationships/image" Target="../media/image190.png"/><Relationship Id="rId10" Type="http://schemas.openxmlformats.org/officeDocument/2006/relationships/image" Target="../media/image240.png"/><Relationship Id="rId4" Type="http://schemas.openxmlformats.org/officeDocument/2006/relationships/image" Target="../media/image110.png"/><Relationship Id="rId9" Type="http://schemas.openxmlformats.org/officeDocument/2006/relationships/image" Target="../media/image2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7" Type="http://schemas.openxmlformats.org/officeDocument/2006/relationships/image" Target="../media/image31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00.png"/><Relationship Id="rId5" Type="http://schemas.openxmlformats.org/officeDocument/2006/relationships/image" Target="../media/image290.png"/><Relationship Id="rId4" Type="http://schemas.openxmlformats.org/officeDocument/2006/relationships/image" Target="../media/image2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"/>
          <p:cNvSpPr txBox="1">
            <a:spLocks noGrp="1"/>
          </p:cNvSpPr>
          <p:nvPr>
            <p:ph type="ctrTitle"/>
          </p:nvPr>
        </p:nvSpPr>
        <p:spPr>
          <a:xfrm>
            <a:off x="1128900" y="1807897"/>
            <a:ext cx="6886200" cy="152770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-US" sz="4000" dirty="0">
                <a:latin typeface="Montserrat Black"/>
                <a:ea typeface="Montserrat Black"/>
                <a:cs typeface="Montserrat Black"/>
              </a:rPr>
              <a:t>Geometric applications of Linear Algebra</a:t>
            </a:r>
          </a:p>
        </p:txBody>
      </p:sp>
      <p:grpSp>
        <p:nvGrpSpPr>
          <p:cNvPr id="323" name="Google Shape;323;p25"/>
          <p:cNvGrpSpPr/>
          <p:nvPr/>
        </p:nvGrpSpPr>
        <p:grpSpPr>
          <a:xfrm>
            <a:off x="67388" y="157032"/>
            <a:ext cx="1116725" cy="1060727"/>
            <a:chOff x="596625" y="4028762"/>
            <a:chExt cx="1244400" cy="1182000"/>
          </a:xfrm>
        </p:grpSpPr>
        <p:sp>
          <p:nvSpPr>
            <p:cNvPr id="324" name="Google Shape;324;p25"/>
            <p:cNvSpPr/>
            <p:nvPr/>
          </p:nvSpPr>
          <p:spPr>
            <a:xfrm>
              <a:off x="596625" y="4028762"/>
              <a:ext cx="1244400" cy="1182000"/>
            </a:xfrm>
            <a:prstGeom prst="mathMultiply">
              <a:avLst>
                <a:gd name="adj1" fmla="val 16880"/>
              </a:avLst>
            </a:prstGeom>
            <a:gradFill>
              <a:gsLst>
                <a:gs pos="0">
                  <a:schemeClr val="accent1"/>
                </a:gs>
                <a:gs pos="5000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 dirty="0"/>
            </a:p>
          </p:txBody>
        </p:sp>
        <p:sp>
          <p:nvSpPr>
            <p:cNvPr id="325" name="Google Shape;325;p25"/>
            <p:cNvSpPr/>
            <p:nvPr/>
          </p:nvSpPr>
          <p:spPr>
            <a:xfrm>
              <a:off x="828325" y="4081125"/>
              <a:ext cx="154675" cy="308050"/>
            </a:xfrm>
            <a:custGeom>
              <a:avLst/>
              <a:gdLst/>
              <a:ahLst/>
              <a:cxnLst/>
              <a:rect l="l" t="t" r="r" b="b"/>
              <a:pathLst>
                <a:path w="6187" h="12322" extrusionOk="0">
                  <a:moveTo>
                    <a:pt x="0" y="12322"/>
                  </a:moveTo>
                  <a:lnTo>
                    <a:pt x="211" y="6350"/>
                  </a:lnTo>
                  <a:lnTo>
                    <a:pt x="6187" y="0"/>
                  </a:lnTo>
                  <a:lnTo>
                    <a:pt x="5406" y="653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6" name="Google Shape;326;p25"/>
            <p:cNvSpPr/>
            <p:nvPr/>
          </p:nvSpPr>
          <p:spPr>
            <a:xfrm>
              <a:off x="987675" y="4081125"/>
              <a:ext cx="484225" cy="243700"/>
            </a:xfrm>
            <a:custGeom>
              <a:avLst/>
              <a:gdLst/>
              <a:ahLst/>
              <a:cxnLst/>
              <a:rect l="l" t="t" r="r" b="b"/>
              <a:pathLst>
                <a:path w="19369" h="9748" extrusionOk="0">
                  <a:moveTo>
                    <a:pt x="0" y="0"/>
                  </a:moveTo>
                  <a:lnTo>
                    <a:pt x="9458" y="9748"/>
                  </a:lnTo>
                  <a:lnTo>
                    <a:pt x="19369" y="356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" name="Google Shape;327;p25"/>
            <p:cNvSpPr/>
            <p:nvPr/>
          </p:nvSpPr>
          <p:spPr>
            <a:xfrm>
              <a:off x="1476300" y="4096475"/>
              <a:ext cx="146375" cy="288550"/>
            </a:xfrm>
            <a:custGeom>
              <a:avLst/>
              <a:gdLst/>
              <a:ahLst/>
              <a:cxnLst/>
              <a:rect l="l" t="t" r="r" b="b"/>
              <a:pathLst>
                <a:path w="5855" h="11542" extrusionOk="0">
                  <a:moveTo>
                    <a:pt x="5382" y="11542"/>
                  </a:moveTo>
                  <a:lnTo>
                    <a:pt x="5855" y="5923"/>
                  </a:lnTo>
                  <a:lnTo>
                    <a:pt x="82" y="0"/>
                  </a:lnTo>
                  <a:lnTo>
                    <a:pt x="0" y="5916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8" name="Google Shape;328;p25"/>
            <p:cNvSpPr/>
            <p:nvPr/>
          </p:nvSpPr>
          <p:spPr>
            <a:xfrm>
              <a:off x="786500" y="4548888"/>
              <a:ext cx="218800" cy="305975"/>
            </a:xfrm>
            <a:custGeom>
              <a:avLst/>
              <a:gdLst/>
              <a:ahLst/>
              <a:cxnLst/>
              <a:rect l="l" t="t" r="r" b="b"/>
              <a:pathLst>
                <a:path w="8752" h="12239" extrusionOk="0">
                  <a:moveTo>
                    <a:pt x="8752" y="0"/>
                  </a:moveTo>
                  <a:lnTo>
                    <a:pt x="0" y="8882"/>
                  </a:lnTo>
                  <a:lnTo>
                    <a:pt x="1697" y="12239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9" name="Google Shape;329;p25"/>
            <p:cNvSpPr/>
            <p:nvPr/>
          </p:nvSpPr>
          <p:spPr>
            <a:xfrm flipH="1">
              <a:off x="1435424" y="4548888"/>
              <a:ext cx="218800" cy="305975"/>
            </a:xfrm>
            <a:custGeom>
              <a:avLst/>
              <a:gdLst/>
              <a:ahLst/>
              <a:cxnLst/>
              <a:rect l="l" t="t" r="r" b="b"/>
              <a:pathLst>
                <a:path w="8752" h="12239" extrusionOk="0">
                  <a:moveTo>
                    <a:pt x="8752" y="0"/>
                  </a:moveTo>
                  <a:lnTo>
                    <a:pt x="0" y="8882"/>
                  </a:lnTo>
                  <a:lnTo>
                    <a:pt x="1697" y="12239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330" name="Google Shape;330;p25"/>
          <p:cNvGrpSpPr/>
          <p:nvPr/>
        </p:nvGrpSpPr>
        <p:grpSpPr>
          <a:xfrm>
            <a:off x="6763386" y="4280625"/>
            <a:ext cx="1593371" cy="997132"/>
            <a:chOff x="4887200" y="1707005"/>
            <a:chExt cx="1775541" cy="1111134"/>
          </a:xfrm>
        </p:grpSpPr>
        <p:sp>
          <p:nvSpPr>
            <p:cNvPr id="331" name="Google Shape;331;p25"/>
            <p:cNvSpPr/>
            <p:nvPr/>
          </p:nvSpPr>
          <p:spPr>
            <a:xfrm>
              <a:off x="4887200" y="1904675"/>
              <a:ext cx="1770000" cy="911400"/>
            </a:xfrm>
            <a:prstGeom prst="triangle">
              <a:avLst>
                <a:gd name="adj" fmla="val 50101"/>
              </a:avLst>
            </a:prstGeom>
            <a:gradFill>
              <a:gsLst>
                <a:gs pos="0">
                  <a:schemeClr val="accent1"/>
                </a:gs>
                <a:gs pos="5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" name="Google Shape;332;p25"/>
            <p:cNvSpPr/>
            <p:nvPr/>
          </p:nvSpPr>
          <p:spPr>
            <a:xfrm>
              <a:off x="5775866" y="1714889"/>
              <a:ext cx="886875" cy="1103250"/>
            </a:xfrm>
            <a:custGeom>
              <a:avLst/>
              <a:gdLst/>
              <a:ahLst/>
              <a:cxnLst/>
              <a:rect l="l" t="t" r="r" b="b"/>
              <a:pathLst>
                <a:path w="35475" h="44130" extrusionOk="0">
                  <a:moveTo>
                    <a:pt x="0" y="0"/>
                  </a:moveTo>
                  <a:lnTo>
                    <a:pt x="35475" y="35938"/>
                  </a:lnTo>
                  <a:lnTo>
                    <a:pt x="35274" y="4413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3" name="Google Shape;333;p25"/>
            <p:cNvSpPr/>
            <p:nvPr/>
          </p:nvSpPr>
          <p:spPr>
            <a:xfrm>
              <a:off x="4887522" y="1707005"/>
              <a:ext cx="895050" cy="1109125"/>
            </a:xfrm>
            <a:custGeom>
              <a:avLst/>
              <a:gdLst/>
              <a:ahLst/>
              <a:cxnLst/>
              <a:rect l="l" t="t" r="r" b="b"/>
              <a:pathLst>
                <a:path w="35802" h="44365" extrusionOk="0">
                  <a:moveTo>
                    <a:pt x="35802" y="0"/>
                  </a:moveTo>
                  <a:lnTo>
                    <a:pt x="172" y="36508"/>
                  </a:lnTo>
                  <a:lnTo>
                    <a:pt x="0" y="44365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6"/>
          <p:cNvSpPr txBox="1">
            <a:spLocks noGrp="1"/>
          </p:cNvSpPr>
          <p:nvPr>
            <p:ph type="title" idx="3"/>
          </p:nvPr>
        </p:nvSpPr>
        <p:spPr>
          <a:xfrm>
            <a:off x="715450" y="1900009"/>
            <a:ext cx="2646900" cy="13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 dirty="0"/>
          </a:p>
        </p:txBody>
      </p:sp>
      <p:sp>
        <p:nvSpPr>
          <p:cNvPr id="339" name="Google Shape;339;p26"/>
          <p:cNvSpPr txBox="1">
            <a:spLocks noGrp="1"/>
          </p:cNvSpPr>
          <p:nvPr>
            <p:ph type="title"/>
          </p:nvPr>
        </p:nvSpPr>
        <p:spPr>
          <a:xfrm>
            <a:off x="4098237" y="1073804"/>
            <a:ext cx="1249800" cy="82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01</a:t>
            </a:r>
            <a:endParaRPr lang="en" sz="3200" dirty="0"/>
          </a:p>
        </p:txBody>
      </p:sp>
      <p:sp>
        <p:nvSpPr>
          <p:cNvPr id="340" name="Google Shape;340;p26"/>
          <p:cNvSpPr txBox="1">
            <a:spLocks noGrp="1"/>
          </p:cNvSpPr>
          <p:nvPr>
            <p:ph type="subTitle" idx="1"/>
          </p:nvPr>
        </p:nvSpPr>
        <p:spPr>
          <a:xfrm>
            <a:off x="4723137" y="1900009"/>
            <a:ext cx="4476000" cy="44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Matrix</a:t>
            </a:r>
          </a:p>
        </p:txBody>
      </p:sp>
      <p:sp>
        <p:nvSpPr>
          <p:cNvPr id="342" name="Google Shape;342;p26"/>
          <p:cNvSpPr txBox="1">
            <a:spLocks noGrp="1"/>
          </p:cNvSpPr>
          <p:nvPr>
            <p:ph type="subTitle" idx="4"/>
          </p:nvPr>
        </p:nvSpPr>
        <p:spPr>
          <a:xfrm>
            <a:off x="4723137" y="3552404"/>
            <a:ext cx="4476000" cy="44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Determinant</a:t>
            </a:r>
            <a:endParaRPr dirty="0"/>
          </a:p>
        </p:txBody>
      </p:sp>
      <p:grpSp>
        <p:nvGrpSpPr>
          <p:cNvPr id="343" name="Google Shape;343;p26"/>
          <p:cNvGrpSpPr/>
          <p:nvPr/>
        </p:nvGrpSpPr>
        <p:grpSpPr>
          <a:xfrm>
            <a:off x="7463438" y="201745"/>
            <a:ext cx="1116725" cy="1060727"/>
            <a:chOff x="596625" y="4028762"/>
            <a:chExt cx="1244400" cy="1182000"/>
          </a:xfrm>
        </p:grpSpPr>
        <p:sp>
          <p:nvSpPr>
            <p:cNvPr id="344" name="Google Shape;344;p26"/>
            <p:cNvSpPr/>
            <p:nvPr/>
          </p:nvSpPr>
          <p:spPr>
            <a:xfrm>
              <a:off x="596625" y="4028762"/>
              <a:ext cx="1244400" cy="1182000"/>
            </a:xfrm>
            <a:prstGeom prst="mathMultiply">
              <a:avLst>
                <a:gd name="adj1" fmla="val 16880"/>
              </a:avLst>
            </a:prstGeom>
            <a:gradFill>
              <a:gsLst>
                <a:gs pos="0">
                  <a:schemeClr val="accent1"/>
                </a:gs>
                <a:gs pos="5000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 dirty="0"/>
            </a:p>
          </p:txBody>
        </p:sp>
        <p:sp>
          <p:nvSpPr>
            <p:cNvPr id="345" name="Google Shape;345;p26"/>
            <p:cNvSpPr/>
            <p:nvPr/>
          </p:nvSpPr>
          <p:spPr>
            <a:xfrm>
              <a:off x="828325" y="4081125"/>
              <a:ext cx="154675" cy="308050"/>
            </a:xfrm>
            <a:custGeom>
              <a:avLst/>
              <a:gdLst/>
              <a:ahLst/>
              <a:cxnLst/>
              <a:rect l="l" t="t" r="r" b="b"/>
              <a:pathLst>
                <a:path w="6187" h="12322" extrusionOk="0">
                  <a:moveTo>
                    <a:pt x="0" y="12322"/>
                  </a:moveTo>
                  <a:lnTo>
                    <a:pt x="211" y="6350"/>
                  </a:lnTo>
                  <a:lnTo>
                    <a:pt x="6187" y="0"/>
                  </a:lnTo>
                  <a:lnTo>
                    <a:pt x="5406" y="653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6" name="Google Shape;346;p26"/>
            <p:cNvSpPr/>
            <p:nvPr/>
          </p:nvSpPr>
          <p:spPr>
            <a:xfrm>
              <a:off x="987675" y="4081125"/>
              <a:ext cx="484225" cy="243700"/>
            </a:xfrm>
            <a:custGeom>
              <a:avLst/>
              <a:gdLst/>
              <a:ahLst/>
              <a:cxnLst/>
              <a:rect l="l" t="t" r="r" b="b"/>
              <a:pathLst>
                <a:path w="19369" h="9748" extrusionOk="0">
                  <a:moveTo>
                    <a:pt x="0" y="0"/>
                  </a:moveTo>
                  <a:lnTo>
                    <a:pt x="9458" y="9748"/>
                  </a:lnTo>
                  <a:lnTo>
                    <a:pt x="19369" y="356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7" name="Google Shape;347;p26"/>
            <p:cNvSpPr/>
            <p:nvPr/>
          </p:nvSpPr>
          <p:spPr>
            <a:xfrm>
              <a:off x="1476300" y="4096475"/>
              <a:ext cx="146375" cy="288550"/>
            </a:xfrm>
            <a:custGeom>
              <a:avLst/>
              <a:gdLst/>
              <a:ahLst/>
              <a:cxnLst/>
              <a:rect l="l" t="t" r="r" b="b"/>
              <a:pathLst>
                <a:path w="5855" h="11542" extrusionOk="0">
                  <a:moveTo>
                    <a:pt x="5382" y="11542"/>
                  </a:moveTo>
                  <a:lnTo>
                    <a:pt x="5855" y="5923"/>
                  </a:lnTo>
                  <a:lnTo>
                    <a:pt x="82" y="0"/>
                  </a:lnTo>
                  <a:lnTo>
                    <a:pt x="0" y="5916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" name="Google Shape;348;p26"/>
            <p:cNvSpPr/>
            <p:nvPr/>
          </p:nvSpPr>
          <p:spPr>
            <a:xfrm>
              <a:off x="786500" y="4548888"/>
              <a:ext cx="218800" cy="305975"/>
            </a:xfrm>
            <a:custGeom>
              <a:avLst/>
              <a:gdLst/>
              <a:ahLst/>
              <a:cxnLst/>
              <a:rect l="l" t="t" r="r" b="b"/>
              <a:pathLst>
                <a:path w="8752" h="12239" extrusionOk="0">
                  <a:moveTo>
                    <a:pt x="8752" y="0"/>
                  </a:moveTo>
                  <a:lnTo>
                    <a:pt x="0" y="8882"/>
                  </a:lnTo>
                  <a:lnTo>
                    <a:pt x="1697" y="12239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9" name="Google Shape;349;p26"/>
            <p:cNvSpPr/>
            <p:nvPr/>
          </p:nvSpPr>
          <p:spPr>
            <a:xfrm flipH="1">
              <a:off x="1435424" y="4548888"/>
              <a:ext cx="218800" cy="305975"/>
            </a:xfrm>
            <a:custGeom>
              <a:avLst/>
              <a:gdLst/>
              <a:ahLst/>
              <a:cxnLst/>
              <a:rect l="l" t="t" r="r" b="b"/>
              <a:pathLst>
                <a:path w="8752" h="12239" extrusionOk="0">
                  <a:moveTo>
                    <a:pt x="8752" y="0"/>
                  </a:moveTo>
                  <a:lnTo>
                    <a:pt x="0" y="8882"/>
                  </a:lnTo>
                  <a:lnTo>
                    <a:pt x="1697" y="12239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350" name="Google Shape;350;p26"/>
          <p:cNvGrpSpPr/>
          <p:nvPr/>
        </p:nvGrpSpPr>
        <p:grpSpPr>
          <a:xfrm>
            <a:off x="998515" y="527350"/>
            <a:ext cx="1867820" cy="409500"/>
            <a:chOff x="4057650" y="640000"/>
            <a:chExt cx="1867820" cy="409500"/>
          </a:xfrm>
        </p:grpSpPr>
        <p:sp>
          <p:nvSpPr>
            <p:cNvPr id="351" name="Google Shape;351;p26"/>
            <p:cNvSpPr/>
            <p:nvPr/>
          </p:nvSpPr>
          <p:spPr>
            <a:xfrm>
              <a:off x="4057650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" name="Google Shape;352;p26"/>
            <p:cNvSpPr/>
            <p:nvPr/>
          </p:nvSpPr>
          <p:spPr>
            <a:xfrm>
              <a:off x="4543757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" name="Google Shape;353;p26"/>
            <p:cNvSpPr/>
            <p:nvPr/>
          </p:nvSpPr>
          <p:spPr>
            <a:xfrm>
              <a:off x="5029863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" name="Google Shape;354;p26"/>
            <p:cNvSpPr/>
            <p:nvPr/>
          </p:nvSpPr>
          <p:spPr>
            <a:xfrm>
              <a:off x="5515970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7" name="Google Shape;341;p26">
            <a:extLst>
              <a:ext uri="{FF2B5EF4-FFF2-40B4-BE49-F238E27FC236}">
                <a16:creationId xmlns:a16="http://schemas.microsoft.com/office/drawing/2014/main" id="{9ED3A26A-9F64-4592-8E77-4D7E49AF2D94}"/>
              </a:ext>
            </a:extLst>
          </p:cNvPr>
          <p:cNvSpPr txBox="1">
            <a:spLocks/>
          </p:cNvSpPr>
          <p:nvPr/>
        </p:nvSpPr>
        <p:spPr>
          <a:xfrm>
            <a:off x="4098237" y="2726204"/>
            <a:ext cx="1249800" cy="8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Black"/>
              <a:buNone/>
              <a:defRPr sz="40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Black"/>
              <a:buNone/>
              <a:defRPr sz="30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Black"/>
              <a:buNone/>
              <a:defRPr sz="30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Black"/>
              <a:buNone/>
              <a:defRPr sz="30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Black"/>
              <a:buNone/>
              <a:defRPr sz="30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Black"/>
              <a:buNone/>
              <a:defRPr sz="30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Black"/>
              <a:buNone/>
              <a:defRPr sz="30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Black"/>
              <a:buNone/>
              <a:defRPr sz="30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Black"/>
              <a:buNone/>
              <a:defRPr sz="30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" sz="2800" dirty="0"/>
              <a:t>02</a:t>
            </a:r>
            <a:endParaRPr lang="e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"/>
          <p:cNvSpPr txBox="1">
            <a:spLocks noGrp="1"/>
          </p:cNvSpPr>
          <p:nvPr>
            <p:ph type="title" idx="2"/>
          </p:nvPr>
        </p:nvSpPr>
        <p:spPr>
          <a:xfrm>
            <a:off x="2996550" y="817434"/>
            <a:ext cx="3150900" cy="121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 dirty="0"/>
          </a:p>
        </p:txBody>
      </p:sp>
      <p:sp>
        <p:nvSpPr>
          <p:cNvPr id="360" name="Google Shape;360;p27"/>
          <p:cNvSpPr txBox="1">
            <a:spLocks noGrp="1"/>
          </p:cNvSpPr>
          <p:nvPr>
            <p:ph type="title"/>
          </p:nvPr>
        </p:nvSpPr>
        <p:spPr>
          <a:xfrm>
            <a:off x="1149750" y="2008003"/>
            <a:ext cx="68445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Matrix</a:t>
            </a:r>
            <a:r>
              <a:rPr lang="en"/>
              <a:t> </a:t>
            </a:r>
            <a:endParaRPr dirty="0"/>
          </a:p>
        </p:txBody>
      </p:sp>
      <p:grpSp>
        <p:nvGrpSpPr>
          <p:cNvPr id="361" name="Google Shape;361;p27"/>
          <p:cNvGrpSpPr/>
          <p:nvPr/>
        </p:nvGrpSpPr>
        <p:grpSpPr>
          <a:xfrm flipH="1">
            <a:off x="156736" y="535007"/>
            <a:ext cx="1116725" cy="1060727"/>
            <a:chOff x="596625" y="4028762"/>
            <a:chExt cx="1244400" cy="1182000"/>
          </a:xfrm>
        </p:grpSpPr>
        <p:sp>
          <p:nvSpPr>
            <p:cNvPr id="362" name="Google Shape;362;p27"/>
            <p:cNvSpPr/>
            <p:nvPr/>
          </p:nvSpPr>
          <p:spPr>
            <a:xfrm>
              <a:off x="596625" y="4028762"/>
              <a:ext cx="1244400" cy="1182000"/>
            </a:xfrm>
            <a:prstGeom prst="mathMultiply">
              <a:avLst>
                <a:gd name="adj1" fmla="val 16880"/>
              </a:avLst>
            </a:prstGeom>
            <a:gradFill>
              <a:gsLst>
                <a:gs pos="0">
                  <a:schemeClr val="accent1"/>
                </a:gs>
                <a:gs pos="5000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 dirty="0"/>
            </a:p>
          </p:txBody>
        </p:sp>
        <p:sp>
          <p:nvSpPr>
            <p:cNvPr id="363" name="Google Shape;363;p27"/>
            <p:cNvSpPr/>
            <p:nvPr/>
          </p:nvSpPr>
          <p:spPr>
            <a:xfrm>
              <a:off x="828325" y="4081125"/>
              <a:ext cx="154675" cy="308050"/>
            </a:xfrm>
            <a:custGeom>
              <a:avLst/>
              <a:gdLst/>
              <a:ahLst/>
              <a:cxnLst/>
              <a:rect l="l" t="t" r="r" b="b"/>
              <a:pathLst>
                <a:path w="6187" h="12322" extrusionOk="0">
                  <a:moveTo>
                    <a:pt x="0" y="12322"/>
                  </a:moveTo>
                  <a:lnTo>
                    <a:pt x="211" y="6350"/>
                  </a:lnTo>
                  <a:lnTo>
                    <a:pt x="6187" y="0"/>
                  </a:lnTo>
                  <a:lnTo>
                    <a:pt x="5406" y="653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4" name="Google Shape;364;p27"/>
            <p:cNvSpPr/>
            <p:nvPr/>
          </p:nvSpPr>
          <p:spPr>
            <a:xfrm>
              <a:off x="987675" y="4081125"/>
              <a:ext cx="484225" cy="243700"/>
            </a:xfrm>
            <a:custGeom>
              <a:avLst/>
              <a:gdLst/>
              <a:ahLst/>
              <a:cxnLst/>
              <a:rect l="l" t="t" r="r" b="b"/>
              <a:pathLst>
                <a:path w="19369" h="9748" extrusionOk="0">
                  <a:moveTo>
                    <a:pt x="0" y="0"/>
                  </a:moveTo>
                  <a:lnTo>
                    <a:pt x="9458" y="9748"/>
                  </a:lnTo>
                  <a:lnTo>
                    <a:pt x="19369" y="356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5" name="Google Shape;365;p27"/>
            <p:cNvSpPr/>
            <p:nvPr/>
          </p:nvSpPr>
          <p:spPr>
            <a:xfrm>
              <a:off x="1476300" y="4096475"/>
              <a:ext cx="146375" cy="288550"/>
            </a:xfrm>
            <a:custGeom>
              <a:avLst/>
              <a:gdLst/>
              <a:ahLst/>
              <a:cxnLst/>
              <a:rect l="l" t="t" r="r" b="b"/>
              <a:pathLst>
                <a:path w="5855" h="11542" extrusionOk="0">
                  <a:moveTo>
                    <a:pt x="5382" y="11542"/>
                  </a:moveTo>
                  <a:lnTo>
                    <a:pt x="5855" y="5923"/>
                  </a:lnTo>
                  <a:lnTo>
                    <a:pt x="82" y="0"/>
                  </a:lnTo>
                  <a:lnTo>
                    <a:pt x="0" y="5916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6" name="Google Shape;366;p27"/>
            <p:cNvSpPr/>
            <p:nvPr/>
          </p:nvSpPr>
          <p:spPr>
            <a:xfrm>
              <a:off x="786500" y="4548888"/>
              <a:ext cx="218800" cy="305975"/>
            </a:xfrm>
            <a:custGeom>
              <a:avLst/>
              <a:gdLst/>
              <a:ahLst/>
              <a:cxnLst/>
              <a:rect l="l" t="t" r="r" b="b"/>
              <a:pathLst>
                <a:path w="8752" h="12239" extrusionOk="0">
                  <a:moveTo>
                    <a:pt x="8752" y="0"/>
                  </a:moveTo>
                  <a:lnTo>
                    <a:pt x="0" y="8882"/>
                  </a:lnTo>
                  <a:lnTo>
                    <a:pt x="1697" y="12239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7" name="Google Shape;367;p27"/>
            <p:cNvSpPr/>
            <p:nvPr/>
          </p:nvSpPr>
          <p:spPr>
            <a:xfrm flipH="1">
              <a:off x="1435424" y="4548888"/>
              <a:ext cx="218800" cy="305975"/>
            </a:xfrm>
            <a:custGeom>
              <a:avLst/>
              <a:gdLst/>
              <a:ahLst/>
              <a:cxnLst/>
              <a:rect l="l" t="t" r="r" b="b"/>
              <a:pathLst>
                <a:path w="8752" h="12239" extrusionOk="0">
                  <a:moveTo>
                    <a:pt x="8752" y="0"/>
                  </a:moveTo>
                  <a:lnTo>
                    <a:pt x="0" y="8882"/>
                  </a:lnTo>
                  <a:lnTo>
                    <a:pt x="1697" y="12239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368" name="Google Shape;368;p27"/>
          <p:cNvGrpSpPr/>
          <p:nvPr/>
        </p:nvGrpSpPr>
        <p:grpSpPr>
          <a:xfrm>
            <a:off x="3638090" y="3103243"/>
            <a:ext cx="1867820" cy="409500"/>
            <a:chOff x="4057650" y="640000"/>
            <a:chExt cx="1867820" cy="409500"/>
          </a:xfrm>
        </p:grpSpPr>
        <p:sp>
          <p:nvSpPr>
            <p:cNvPr id="369" name="Google Shape;369;p27"/>
            <p:cNvSpPr/>
            <p:nvPr/>
          </p:nvSpPr>
          <p:spPr>
            <a:xfrm>
              <a:off x="4057650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0" name="Google Shape;370;p27"/>
            <p:cNvSpPr/>
            <p:nvPr/>
          </p:nvSpPr>
          <p:spPr>
            <a:xfrm>
              <a:off x="4543757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1" name="Google Shape;371;p27"/>
            <p:cNvSpPr/>
            <p:nvPr/>
          </p:nvSpPr>
          <p:spPr>
            <a:xfrm>
              <a:off x="5029863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2" name="Google Shape;372;p27"/>
            <p:cNvSpPr/>
            <p:nvPr/>
          </p:nvSpPr>
          <p:spPr>
            <a:xfrm>
              <a:off x="5515970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73" name="Google Shape;373;p27"/>
          <p:cNvSpPr/>
          <p:nvPr/>
        </p:nvSpPr>
        <p:spPr>
          <a:xfrm>
            <a:off x="2523900" y="782512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8"/>
          <p:cNvSpPr txBox="1">
            <a:spLocks noGrp="1"/>
          </p:cNvSpPr>
          <p:nvPr>
            <p:ph type="title"/>
          </p:nvPr>
        </p:nvSpPr>
        <p:spPr>
          <a:xfrm>
            <a:off x="622570" y="2181355"/>
            <a:ext cx="3764604" cy="6286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Transformations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9" name="Google Shape;379;p28"/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4275700" y="1015174"/>
                <a:ext cx="4153200" cy="1794819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indent="0"/>
                <a:r>
                  <a:rPr lang="en-US" sz="2400" b="1" dirty="0"/>
                  <a:t>Non-Linear Transformation</a:t>
                </a:r>
              </a:p>
              <a:p>
                <a:pPr marL="0" indent="0"/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𝒯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Montserrat" panose="00000500000000000000" pitchFamily="2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b="0" dirty="0">
                  <a:latin typeface="Montserrat" panose="00000500000000000000" pitchFamily="2" charset="0"/>
                </a:endParaRPr>
              </a:p>
              <a:p>
                <a:pPr marL="0" indent="0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𝒯</m:t>
                    </m:r>
                  </m:oMath>
                </a14:m>
                <a:r>
                  <a:rPr lang="en-US" sz="20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</m:oMath>
                </a14:m>
                <a:r>
                  <a:rPr lang="en-US" sz="2000" b="0" dirty="0">
                    <a:latin typeface="Montserrat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0" dirty="0">
                  <a:latin typeface="Montserrat" panose="00000500000000000000" pitchFamily="2" charset="0"/>
                </a:endParaRPr>
              </a:p>
              <a:p>
                <a:pPr marL="0" indent="0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𝒯</m:t>
                    </m:r>
                  </m:oMath>
                </a14:m>
                <a:r>
                  <a:rPr lang="en-US" sz="20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(1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</m:oMath>
                </a14:m>
                <a:r>
                  <a:rPr lang="en-US" sz="2000" b="0" dirty="0">
                    <a:latin typeface="Montserrat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0" dirty="0">
                  <a:latin typeface="Montserrat" panose="00000500000000000000" pitchFamily="2" charset="0"/>
                </a:endParaRPr>
              </a:p>
              <a:p>
                <a:pPr marL="0" indent="0"/>
                <a:endParaRPr lang="en-US" sz="2400" b="1" dirty="0"/>
              </a:p>
              <a:p>
                <a:pPr marL="0" indent="0"/>
                <a:endParaRPr lang="en-US" sz="2400" b="0" dirty="0">
                  <a:latin typeface="Montserrat" panose="00000500000000000000" pitchFamily="2" charset="0"/>
                </a:endParaRPr>
              </a:p>
              <a:p>
                <a:pPr marL="0" indent="0"/>
                <a:endParaRPr lang="en-US" sz="2400" b="1" dirty="0"/>
              </a:p>
            </p:txBody>
          </p:sp>
        </mc:Choice>
        <mc:Fallback xmlns="">
          <p:sp>
            <p:nvSpPr>
              <p:cNvPr id="379" name="Google Shape;379;p28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275700" y="1015174"/>
                <a:ext cx="4153200" cy="1794819"/>
              </a:xfrm>
              <a:prstGeom prst="rect">
                <a:avLst/>
              </a:prstGeom>
              <a:blipFill>
                <a:blip r:embed="rId3"/>
                <a:stretch>
                  <a:fillRect l="-21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0" name="Google Shape;380;p28"/>
              <p:cNvSpPr txBox="1">
                <a:spLocks noGrp="1"/>
              </p:cNvSpPr>
              <p:nvPr>
                <p:ph type="subTitle" idx="2"/>
              </p:nvPr>
            </p:nvSpPr>
            <p:spPr>
              <a:xfrm>
                <a:off x="4275700" y="2985675"/>
                <a:ext cx="4153200" cy="12654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indent="0"/>
                <a:r>
                  <a:rPr lang="en-US" sz="2800" b="1" dirty="0"/>
                  <a:t>Linear </a:t>
                </a:r>
                <a:r>
                  <a:rPr lang="en-US" sz="2400" b="1" dirty="0"/>
                  <a:t>Transformation</a:t>
                </a:r>
              </a:p>
              <a:p>
                <a:pPr marL="0" indent="0"/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𝒯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Montserrat" panose="00000500000000000000" pitchFamily="2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b="0" dirty="0">
                  <a:latin typeface="Montserrat" panose="00000500000000000000" pitchFamily="2" charset="0"/>
                </a:endParaRPr>
              </a:p>
              <a:p>
                <a:pPr marL="0" indent="0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𝒯</m:t>
                    </m:r>
                  </m:oMath>
                </a14:m>
                <a:r>
                  <a:rPr lang="en-US" sz="20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</m:oMath>
                </a14:m>
                <a:r>
                  <a:rPr lang="en-US" sz="2000" b="0" dirty="0">
                    <a:latin typeface="Montserrat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0" dirty="0">
                  <a:latin typeface="Montserrat" panose="00000500000000000000" pitchFamily="2" charset="0"/>
                </a:endParaRPr>
              </a:p>
              <a:p>
                <a:pPr marL="0" indent="0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𝒯</m:t>
                    </m:r>
                  </m:oMath>
                </a14:m>
                <a:r>
                  <a:rPr lang="en-US" sz="20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(1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</m:oMath>
                </a14:m>
                <a:r>
                  <a:rPr lang="en-US" sz="2000" b="0" dirty="0">
                    <a:latin typeface="Montserrat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0" dirty="0">
                  <a:latin typeface="Montserrat" panose="00000500000000000000" pitchFamily="2" charset="0"/>
                </a:endParaRPr>
              </a:p>
              <a:p>
                <a:pPr marL="0" indent="0"/>
                <a:endParaRPr lang="en-US" sz="2800" b="1" dirty="0"/>
              </a:p>
            </p:txBody>
          </p:sp>
        </mc:Choice>
        <mc:Fallback xmlns="">
          <p:sp>
            <p:nvSpPr>
              <p:cNvPr id="380" name="Google Shape;380;p28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2"/>
              </p:nvPr>
            </p:nvSpPr>
            <p:spPr>
              <a:xfrm>
                <a:off x="4275700" y="2985675"/>
                <a:ext cx="4153200" cy="1265400"/>
              </a:xfrm>
              <a:prstGeom prst="rect">
                <a:avLst/>
              </a:prstGeom>
              <a:blipFill>
                <a:blip r:embed="rId4"/>
                <a:stretch>
                  <a:fillRect l="-2933"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1" name="Google Shape;381;p28"/>
          <p:cNvGrpSpPr/>
          <p:nvPr/>
        </p:nvGrpSpPr>
        <p:grpSpPr>
          <a:xfrm>
            <a:off x="1887190" y="330250"/>
            <a:ext cx="1867820" cy="409500"/>
            <a:chOff x="4057650" y="640000"/>
            <a:chExt cx="1867820" cy="409500"/>
          </a:xfrm>
        </p:grpSpPr>
        <p:sp>
          <p:nvSpPr>
            <p:cNvPr id="382" name="Google Shape;382;p28"/>
            <p:cNvSpPr/>
            <p:nvPr/>
          </p:nvSpPr>
          <p:spPr>
            <a:xfrm>
              <a:off x="4057650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3" name="Google Shape;383;p28"/>
            <p:cNvSpPr/>
            <p:nvPr/>
          </p:nvSpPr>
          <p:spPr>
            <a:xfrm>
              <a:off x="4543757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4" name="Google Shape;384;p28"/>
            <p:cNvSpPr/>
            <p:nvPr/>
          </p:nvSpPr>
          <p:spPr>
            <a:xfrm>
              <a:off x="5029863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5" name="Google Shape;385;p28"/>
            <p:cNvSpPr/>
            <p:nvPr/>
          </p:nvSpPr>
          <p:spPr>
            <a:xfrm>
              <a:off x="5515970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86" name="Google Shape;386;p28"/>
          <p:cNvSpPr/>
          <p:nvPr/>
        </p:nvSpPr>
        <p:spPr>
          <a:xfrm>
            <a:off x="2984175" y="4251600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2077B9E-31BF-6864-C387-7D5E4C60A17D}"/>
                  </a:ext>
                </a:extLst>
              </p:cNvPr>
              <p:cNvSpPr txBox="1"/>
              <p:nvPr/>
            </p:nvSpPr>
            <p:spPr>
              <a:xfrm>
                <a:off x="715100" y="2778764"/>
                <a:ext cx="329565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𝒯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Montserrat" panose="00000500000000000000" pitchFamily="2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2400" b="0" dirty="0">
                  <a:latin typeface="Montserrat" panose="00000500000000000000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𝒯</m:t>
                    </m:r>
                  </m:oMath>
                </a14:m>
                <a:r>
                  <a:rPr lang="en-US" sz="2400" b="0" dirty="0">
                    <a:latin typeface="Montserrat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𝓊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</m:oMath>
                </a14:m>
                <a:r>
                  <a:rPr lang="en-US" sz="2400" b="0" dirty="0">
                    <a:latin typeface="Montserrat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𝓋</m:t>
                    </m:r>
                  </m:oMath>
                </a14:m>
                <a:endParaRPr lang="en-US" sz="2400" dirty="0">
                  <a:latin typeface="Montserrat" panose="00000500000000000000" pitchFamily="2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𝓊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𝓋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2400" b="0" dirty="0">
                  <a:latin typeface="Montserrat" panose="00000500000000000000" pitchFamily="2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2077B9E-31BF-6864-C387-7D5E4C60A1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100" y="2778764"/>
                <a:ext cx="3295650" cy="1200329"/>
              </a:xfrm>
              <a:prstGeom prst="rect">
                <a:avLst/>
              </a:prstGeom>
              <a:blipFill>
                <a:blip r:embed="rId5"/>
                <a:stretch>
                  <a:fillRect l="-370" t="-35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8278F-A9AE-3DBD-BA9B-08F7DBDCA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Transformation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60102DBA-5B2B-4823-A026-5A40CE81B547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118681" y="1348750"/>
                <a:ext cx="6906838" cy="1681800"/>
              </a:xfrm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pPr algn="l"/>
                <a:r>
                  <a:rPr lang="en-US" dirty="0"/>
                  <a:t>Transformation is linear if this statement is true:</a:t>
                </a:r>
              </a:p>
              <a:p>
                <a:pPr algn="l"/>
                <a:endParaRPr lang="en-US" dirty="0"/>
              </a:p>
              <a:p>
                <a:pPr marL="139700" indent="0" algn="l"/>
                <a:r>
                  <a:rPr lang="en-US" sz="1800" dirty="0">
                    <a:solidFill>
                      <a:srgbClr val="191919"/>
                    </a:solidFill>
                    <a:ea typeface="Cambria Math" panose="02040503050406030204" pitchFamily="18" charset="0"/>
                    <a:cs typeface="Alata" panose="020B060402020202020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191919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lata" panose="020B0604020202020204" charset="0"/>
                      </a:rPr>
                      <m:t>𝒯</m:t>
                    </m:r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𝒯</m:t>
                    </m:r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𝓊</m:t>
                    </m:r>
                  </m:oMath>
                </a14:m>
                <a:r>
                  <a:rPr lang="en-US" dirty="0"/>
                  <a:t>) +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𝒯</m:t>
                    </m:r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𝓋</m:t>
                    </m:r>
                  </m:oMath>
                </a14:m>
                <a:r>
                  <a:rPr lang="en-US" dirty="0"/>
                  <a:t>)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𝒸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𝒯</m:t>
                    </m:r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𝓊</m:t>
                    </m:r>
                  </m:oMath>
                </a14:m>
                <a:r>
                  <a:rPr lang="en-US" dirty="0"/>
                  <a:t>) +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𝒯</m:t>
                    </m:r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𝓋</m:t>
                    </m:r>
                  </m:oMath>
                </a14:m>
                <a:r>
                  <a:rPr lang="en-US" dirty="0"/>
                  <a:t>) </a:t>
                </a: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60102DBA-5B2B-4823-A026-5A40CE81B5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118681" y="1348750"/>
                <a:ext cx="6906838" cy="1681800"/>
              </a:xfr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50A9CCB-028F-0873-2FA8-655C7D83530C}"/>
              </a:ext>
            </a:extLst>
          </p:cNvPr>
          <p:cNvSpPr txBox="1"/>
          <p:nvPr/>
        </p:nvSpPr>
        <p:spPr>
          <a:xfrm>
            <a:off x="1304925" y="3352800"/>
            <a:ext cx="6515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Montserrat" panose="00000500000000000000" pitchFamily="2" charset="0"/>
              </a:rPr>
              <a:t>Prove linearity or non-linearity of given examples</a:t>
            </a:r>
          </a:p>
        </p:txBody>
      </p:sp>
    </p:spTree>
    <p:extLst>
      <p:ext uri="{BB962C8B-B14F-4D97-AF65-F5344CB8AC3E}">
        <p14:creationId xmlns:p14="http://schemas.microsoft.com/office/powerpoint/2010/main" val="107498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roup 254">
            <a:extLst>
              <a:ext uri="{FF2B5EF4-FFF2-40B4-BE49-F238E27FC236}">
                <a16:creationId xmlns:a16="http://schemas.microsoft.com/office/drawing/2014/main" id="{FBB5D375-B356-9E48-C57F-6006704B59D1}"/>
              </a:ext>
            </a:extLst>
          </p:cNvPr>
          <p:cNvGrpSpPr/>
          <p:nvPr/>
        </p:nvGrpSpPr>
        <p:grpSpPr>
          <a:xfrm>
            <a:off x="1828800" y="1057275"/>
            <a:ext cx="2971800" cy="2971800"/>
            <a:chOff x="1828800" y="1057275"/>
            <a:chExt cx="2971800" cy="2971800"/>
          </a:xfrm>
          <a:solidFill>
            <a:srgbClr val="FFBDBD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401D455-FBC5-C266-E130-8B01D3A0344A}"/>
                </a:ext>
              </a:extLst>
            </p:cNvPr>
            <p:cNvSpPr/>
            <p:nvPr/>
          </p:nvSpPr>
          <p:spPr>
            <a:xfrm>
              <a:off x="1828800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5651F8F-A6B4-561F-1731-64F910CCF28A}"/>
                </a:ext>
              </a:extLst>
            </p:cNvPr>
            <p:cNvSpPr/>
            <p:nvPr/>
          </p:nvSpPr>
          <p:spPr>
            <a:xfrm>
              <a:off x="2200275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34E634-FCC4-397A-4DFA-F796C6EEAD19}"/>
                </a:ext>
              </a:extLst>
            </p:cNvPr>
            <p:cNvSpPr/>
            <p:nvPr/>
          </p:nvSpPr>
          <p:spPr>
            <a:xfrm>
              <a:off x="2943225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5F39832-8163-160D-4F9A-BFC8BABD400F}"/>
                </a:ext>
              </a:extLst>
            </p:cNvPr>
            <p:cNvSpPr/>
            <p:nvPr/>
          </p:nvSpPr>
          <p:spPr>
            <a:xfrm>
              <a:off x="2571750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9329E05-1E52-3C61-8755-721F809E0759}"/>
                </a:ext>
              </a:extLst>
            </p:cNvPr>
            <p:cNvSpPr/>
            <p:nvPr/>
          </p:nvSpPr>
          <p:spPr>
            <a:xfrm>
              <a:off x="3314700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EAA93AA-1992-1875-8084-AD3FE49C87D6}"/>
                </a:ext>
              </a:extLst>
            </p:cNvPr>
            <p:cNvSpPr/>
            <p:nvPr/>
          </p:nvSpPr>
          <p:spPr>
            <a:xfrm>
              <a:off x="3686175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D5B92FF-1AC4-5725-5B4A-839DC2990B91}"/>
                </a:ext>
              </a:extLst>
            </p:cNvPr>
            <p:cNvSpPr/>
            <p:nvPr/>
          </p:nvSpPr>
          <p:spPr>
            <a:xfrm>
              <a:off x="4429125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61E7189-B834-2A57-094F-A83844BA2279}"/>
                </a:ext>
              </a:extLst>
            </p:cNvPr>
            <p:cNvSpPr/>
            <p:nvPr/>
          </p:nvSpPr>
          <p:spPr>
            <a:xfrm>
              <a:off x="4057650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2EE77C2-85A4-A799-D68A-4ADC1D67533B}"/>
                </a:ext>
              </a:extLst>
            </p:cNvPr>
            <p:cNvSpPr/>
            <p:nvPr/>
          </p:nvSpPr>
          <p:spPr>
            <a:xfrm>
              <a:off x="1828800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8095737-5D55-B7B2-7612-D5C280BFF4B2}"/>
                </a:ext>
              </a:extLst>
            </p:cNvPr>
            <p:cNvSpPr/>
            <p:nvPr/>
          </p:nvSpPr>
          <p:spPr>
            <a:xfrm>
              <a:off x="2200275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19CD2BE-7B1A-7530-7437-61AFC5D122A3}"/>
                </a:ext>
              </a:extLst>
            </p:cNvPr>
            <p:cNvSpPr/>
            <p:nvPr/>
          </p:nvSpPr>
          <p:spPr>
            <a:xfrm>
              <a:off x="2943225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9B6D7CB-0682-3A11-2A42-B2767A7282C2}"/>
                </a:ext>
              </a:extLst>
            </p:cNvPr>
            <p:cNvSpPr/>
            <p:nvPr/>
          </p:nvSpPr>
          <p:spPr>
            <a:xfrm>
              <a:off x="2571750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483E8B7-4451-5522-95BA-6D79131EAB3F}"/>
                </a:ext>
              </a:extLst>
            </p:cNvPr>
            <p:cNvSpPr/>
            <p:nvPr/>
          </p:nvSpPr>
          <p:spPr>
            <a:xfrm>
              <a:off x="3314700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A3C3270-C5DC-618B-8E30-51E2A1DAF407}"/>
                </a:ext>
              </a:extLst>
            </p:cNvPr>
            <p:cNvSpPr/>
            <p:nvPr/>
          </p:nvSpPr>
          <p:spPr>
            <a:xfrm>
              <a:off x="3686175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5517D80-B070-6A9D-2464-E8E1AA30FE2E}"/>
                </a:ext>
              </a:extLst>
            </p:cNvPr>
            <p:cNvSpPr/>
            <p:nvPr/>
          </p:nvSpPr>
          <p:spPr>
            <a:xfrm>
              <a:off x="4429125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F175DB4-DF63-7560-ECDD-C393CB223979}"/>
                </a:ext>
              </a:extLst>
            </p:cNvPr>
            <p:cNvSpPr/>
            <p:nvPr/>
          </p:nvSpPr>
          <p:spPr>
            <a:xfrm>
              <a:off x="4057650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F712380-7973-9D8F-3CCD-7961BD0943AF}"/>
                </a:ext>
              </a:extLst>
            </p:cNvPr>
            <p:cNvSpPr/>
            <p:nvPr/>
          </p:nvSpPr>
          <p:spPr>
            <a:xfrm>
              <a:off x="1828800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C22FA1F4-08A2-8945-F887-DBFC7758A97A}"/>
                </a:ext>
              </a:extLst>
            </p:cNvPr>
            <p:cNvSpPr/>
            <p:nvPr/>
          </p:nvSpPr>
          <p:spPr>
            <a:xfrm>
              <a:off x="2200275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7EEB083B-296C-D9A3-8956-2AD3B89A80E7}"/>
                </a:ext>
              </a:extLst>
            </p:cNvPr>
            <p:cNvSpPr/>
            <p:nvPr/>
          </p:nvSpPr>
          <p:spPr>
            <a:xfrm>
              <a:off x="2943225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CEAA804F-585E-D46E-2612-6EB1023B1C8B}"/>
                </a:ext>
              </a:extLst>
            </p:cNvPr>
            <p:cNvSpPr/>
            <p:nvPr/>
          </p:nvSpPr>
          <p:spPr>
            <a:xfrm>
              <a:off x="2571750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A5BCD139-7479-B63F-EF0A-D7AE058E3DD0}"/>
                </a:ext>
              </a:extLst>
            </p:cNvPr>
            <p:cNvSpPr/>
            <p:nvPr/>
          </p:nvSpPr>
          <p:spPr>
            <a:xfrm>
              <a:off x="3314700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722B3D35-6F63-E4AD-025E-9A155A508017}"/>
                </a:ext>
              </a:extLst>
            </p:cNvPr>
            <p:cNvSpPr/>
            <p:nvPr/>
          </p:nvSpPr>
          <p:spPr>
            <a:xfrm>
              <a:off x="3686175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5F1032A3-164E-AF1F-8A40-9730918E02B9}"/>
                </a:ext>
              </a:extLst>
            </p:cNvPr>
            <p:cNvSpPr/>
            <p:nvPr/>
          </p:nvSpPr>
          <p:spPr>
            <a:xfrm>
              <a:off x="4429125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556A2E3-38E5-115D-9FFF-D8E1993C4BD1}"/>
                </a:ext>
              </a:extLst>
            </p:cNvPr>
            <p:cNvSpPr/>
            <p:nvPr/>
          </p:nvSpPr>
          <p:spPr>
            <a:xfrm>
              <a:off x="4057650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F6CBF6A1-507F-C200-CB4A-1AE2362E40D3}"/>
                </a:ext>
              </a:extLst>
            </p:cNvPr>
            <p:cNvSpPr/>
            <p:nvPr/>
          </p:nvSpPr>
          <p:spPr>
            <a:xfrm>
              <a:off x="1828800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30A029B3-2D71-F28F-8A6B-84DEC51A0444}"/>
                </a:ext>
              </a:extLst>
            </p:cNvPr>
            <p:cNvSpPr/>
            <p:nvPr/>
          </p:nvSpPr>
          <p:spPr>
            <a:xfrm>
              <a:off x="2200275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CB19203-68A1-0688-39F0-BA84B3CF391A}"/>
                </a:ext>
              </a:extLst>
            </p:cNvPr>
            <p:cNvSpPr/>
            <p:nvPr/>
          </p:nvSpPr>
          <p:spPr>
            <a:xfrm>
              <a:off x="2943225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44BABC8C-30F1-6B1E-7C24-6D91E99A7F75}"/>
                </a:ext>
              </a:extLst>
            </p:cNvPr>
            <p:cNvSpPr/>
            <p:nvPr/>
          </p:nvSpPr>
          <p:spPr>
            <a:xfrm>
              <a:off x="2571750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9B18CDEE-B654-118D-510F-1531E40D1229}"/>
                </a:ext>
              </a:extLst>
            </p:cNvPr>
            <p:cNvSpPr/>
            <p:nvPr/>
          </p:nvSpPr>
          <p:spPr>
            <a:xfrm>
              <a:off x="3314700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918A3044-7C81-3A2E-3C50-4022DB037AFF}"/>
                </a:ext>
              </a:extLst>
            </p:cNvPr>
            <p:cNvSpPr/>
            <p:nvPr/>
          </p:nvSpPr>
          <p:spPr>
            <a:xfrm>
              <a:off x="3686175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61F99499-C0DE-80AC-9D16-CED44766E8FE}"/>
                </a:ext>
              </a:extLst>
            </p:cNvPr>
            <p:cNvSpPr/>
            <p:nvPr/>
          </p:nvSpPr>
          <p:spPr>
            <a:xfrm>
              <a:off x="4429125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2D579FC8-A8E2-3A30-E80B-C50B3DFE94AC}"/>
                </a:ext>
              </a:extLst>
            </p:cNvPr>
            <p:cNvSpPr/>
            <p:nvPr/>
          </p:nvSpPr>
          <p:spPr>
            <a:xfrm>
              <a:off x="4057650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CFAF0992-209F-7232-C27B-9C53D0631F88}"/>
                </a:ext>
              </a:extLst>
            </p:cNvPr>
            <p:cNvSpPr/>
            <p:nvPr/>
          </p:nvSpPr>
          <p:spPr>
            <a:xfrm>
              <a:off x="1828800" y="18002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79E6C7EB-FC0A-F561-90F1-981177211159}"/>
                </a:ext>
              </a:extLst>
            </p:cNvPr>
            <p:cNvSpPr/>
            <p:nvPr/>
          </p:nvSpPr>
          <p:spPr>
            <a:xfrm>
              <a:off x="2200275" y="18002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DB2897CD-CE9D-3550-40CF-2A959F3982D2}"/>
                </a:ext>
              </a:extLst>
            </p:cNvPr>
            <p:cNvSpPr/>
            <p:nvPr/>
          </p:nvSpPr>
          <p:spPr>
            <a:xfrm>
              <a:off x="2943225" y="18002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2762554B-D5E7-948A-885E-B881A4C9DE92}"/>
                </a:ext>
              </a:extLst>
            </p:cNvPr>
            <p:cNvSpPr/>
            <p:nvPr/>
          </p:nvSpPr>
          <p:spPr>
            <a:xfrm>
              <a:off x="2571750" y="18002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B420F9D1-70DF-CC3C-553E-CA09C609C671}"/>
                </a:ext>
              </a:extLst>
            </p:cNvPr>
            <p:cNvSpPr/>
            <p:nvPr/>
          </p:nvSpPr>
          <p:spPr>
            <a:xfrm>
              <a:off x="3314700" y="18002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39E9027-7E68-60A4-01A4-388156B06CC6}"/>
                </a:ext>
              </a:extLst>
            </p:cNvPr>
            <p:cNvSpPr/>
            <p:nvPr/>
          </p:nvSpPr>
          <p:spPr>
            <a:xfrm>
              <a:off x="3686175" y="18002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E319BDE6-62D1-3EC8-BB7B-68C64EDBD4F3}"/>
                </a:ext>
              </a:extLst>
            </p:cNvPr>
            <p:cNvSpPr/>
            <p:nvPr/>
          </p:nvSpPr>
          <p:spPr>
            <a:xfrm>
              <a:off x="4429125" y="18002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33BB0DDC-4139-3222-892C-75693AEEB432}"/>
                </a:ext>
              </a:extLst>
            </p:cNvPr>
            <p:cNvSpPr/>
            <p:nvPr/>
          </p:nvSpPr>
          <p:spPr>
            <a:xfrm>
              <a:off x="4057650" y="18002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E40E7364-3C9D-38C5-D31F-FE1DFB0067E1}"/>
                </a:ext>
              </a:extLst>
            </p:cNvPr>
            <p:cNvSpPr/>
            <p:nvPr/>
          </p:nvSpPr>
          <p:spPr>
            <a:xfrm>
              <a:off x="1828800" y="21717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BF04E862-3AB8-FC39-55BC-CFF3F787B326}"/>
                </a:ext>
              </a:extLst>
            </p:cNvPr>
            <p:cNvSpPr/>
            <p:nvPr/>
          </p:nvSpPr>
          <p:spPr>
            <a:xfrm>
              <a:off x="2200275" y="21717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0FA1FDA9-D30B-A981-BB1A-07FE5CD94338}"/>
                </a:ext>
              </a:extLst>
            </p:cNvPr>
            <p:cNvSpPr/>
            <p:nvPr/>
          </p:nvSpPr>
          <p:spPr>
            <a:xfrm>
              <a:off x="2943225" y="21717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5964ED16-DDBF-8D98-66D7-3EDCDD92C7AD}"/>
                </a:ext>
              </a:extLst>
            </p:cNvPr>
            <p:cNvSpPr/>
            <p:nvPr/>
          </p:nvSpPr>
          <p:spPr>
            <a:xfrm>
              <a:off x="2571750" y="21717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1FDFB3D6-3641-35D3-CAE2-725663A0566D}"/>
                </a:ext>
              </a:extLst>
            </p:cNvPr>
            <p:cNvSpPr/>
            <p:nvPr/>
          </p:nvSpPr>
          <p:spPr>
            <a:xfrm>
              <a:off x="3314700" y="21717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AEA41A0E-33AA-4650-F278-3783A63A2604}"/>
                </a:ext>
              </a:extLst>
            </p:cNvPr>
            <p:cNvSpPr/>
            <p:nvPr/>
          </p:nvSpPr>
          <p:spPr>
            <a:xfrm>
              <a:off x="3686175" y="21717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63DCDC85-99B3-7A88-C240-6551C9FF0ABB}"/>
                </a:ext>
              </a:extLst>
            </p:cNvPr>
            <p:cNvSpPr/>
            <p:nvPr/>
          </p:nvSpPr>
          <p:spPr>
            <a:xfrm>
              <a:off x="4429125" y="21717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38A0213D-BBE1-922C-D673-F36AD93396F4}"/>
                </a:ext>
              </a:extLst>
            </p:cNvPr>
            <p:cNvSpPr/>
            <p:nvPr/>
          </p:nvSpPr>
          <p:spPr>
            <a:xfrm>
              <a:off x="4057650" y="21717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8CAA4A3F-76CE-3958-13F8-2761E7BFEC22}"/>
                </a:ext>
              </a:extLst>
            </p:cNvPr>
            <p:cNvSpPr/>
            <p:nvPr/>
          </p:nvSpPr>
          <p:spPr>
            <a:xfrm>
              <a:off x="1828800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F6C56400-88B0-156A-20EF-17E09A2C7FA7}"/>
                </a:ext>
              </a:extLst>
            </p:cNvPr>
            <p:cNvSpPr/>
            <p:nvPr/>
          </p:nvSpPr>
          <p:spPr>
            <a:xfrm>
              <a:off x="2200275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73EAB58D-0E7A-5D5A-E773-83BFCA4B2307}"/>
                </a:ext>
              </a:extLst>
            </p:cNvPr>
            <p:cNvSpPr/>
            <p:nvPr/>
          </p:nvSpPr>
          <p:spPr>
            <a:xfrm>
              <a:off x="2943225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09EAFE2B-C5CA-4B7F-ACB1-A718C6955411}"/>
                </a:ext>
              </a:extLst>
            </p:cNvPr>
            <p:cNvSpPr/>
            <p:nvPr/>
          </p:nvSpPr>
          <p:spPr>
            <a:xfrm>
              <a:off x="2571750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CD22DA13-2747-1B61-E5A1-F0E6693461D8}"/>
                </a:ext>
              </a:extLst>
            </p:cNvPr>
            <p:cNvSpPr/>
            <p:nvPr/>
          </p:nvSpPr>
          <p:spPr>
            <a:xfrm>
              <a:off x="3314700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A20C8EE7-EA08-CDAE-0028-652E7F78B605}"/>
                </a:ext>
              </a:extLst>
            </p:cNvPr>
            <p:cNvSpPr/>
            <p:nvPr/>
          </p:nvSpPr>
          <p:spPr>
            <a:xfrm>
              <a:off x="3686175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13809D83-9E44-8C42-517A-AE651A37F5B3}"/>
                </a:ext>
              </a:extLst>
            </p:cNvPr>
            <p:cNvSpPr/>
            <p:nvPr/>
          </p:nvSpPr>
          <p:spPr>
            <a:xfrm>
              <a:off x="4429125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765399A6-6A91-E3F4-76D4-5FA5AAB70F8C}"/>
                </a:ext>
              </a:extLst>
            </p:cNvPr>
            <p:cNvSpPr/>
            <p:nvPr/>
          </p:nvSpPr>
          <p:spPr>
            <a:xfrm>
              <a:off x="4057650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FA730EE7-1E68-E0A5-9B27-F2774C46E94D}"/>
                </a:ext>
              </a:extLst>
            </p:cNvPr>
            <p:cNvSpPr/>
            <p:nvPr/>
          </p:nvSpPr>
          <p:spPr>
            <a:xfrm>
              <a:off x="1828800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5222A230-53CA-4D47-F69F-601DBE698D6E}"/>
                </a:ext>
              </a:extLst>
            </p:cNvPr>
            <p:cNvSpPr/>
            <p:nvPr/>
          </p:nvSpPr>
          <p:spPr>
            <a:xfrm>
              <a:off x="2200275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E203B8EE-B682-A2DC-C607-7F37CF36DE4D}"/>
                </a:ext>
              </a:extLst>
            </p:cNvPr>
            <p:cNvSpPr/>
            <p:nvPr/>
          </p:nvSpPr>
          <p:spPr>
            <a:xfrm>
              <a:off x="2943225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A4E435E5-06C5-C3A5-B8C7-86369B7DAEAC}"/>
                </a:ext>
              </a:extLst>
            </p:cNvPr>
            <p:cNvSpPr/>
            <p:nvPr/>
          </p:nvSpPr>
          <p:spPr>
            <a:xfrm>
              <a:off x="2571750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E5E03743-CFFA-4488-8296-CE5C72670ED5}"/>
                </a:ext>
              </a:extLst>
            </p:cNvPr>
            <p:cNvSpPr/>
            <p:nvPr/>
          </p:nvSpPr>
          <p:spPr>
            <a:xfrm>
              <a:off x="3314700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FA7BDDAA-4948-E201-6E4A-AEBBF806DEC4}"/>
                </a:ext>
              </a:extLst>
            </p:cNvPr>
            <p:cNvSpPr/>
            <p:nvPr/>
          </p:nvSpPr>
          <p:spPr>
            <a:xfrm>
              <a:off x="3686175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7A7BC35C-CDA9-510B-9522-F18F4D9C30DA}"/>
                </a:ext>
              </a:extLst>
            </p:cNvPr>
            <p:cNvSpPr/>
            <p:nvPr/>
          </p:nvSpPr>
          <p:spPr>
            <a:xfrm>
              <a:off x="4429125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D429C31E-1065-D070-2CA1-6BE07F8241EF}"/>
                </a:ext>
              </a:extLst>
            </p:cNvPr>
            <p:cNvSpPr/>
            <p:nvPr/>
          </p:nvSpPr>
          <p:spPr>
            <a:xfrm>
              <a:off x="4057650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A5EFB2D0-6ED3-DBCC-F9D9-C70B7971D4CF}"/>
                </a:ext>
              </a:extLst>
            </p:cNvPr>
            <p:cNvSpPr/>
            <p:nvPr/>
          </p:nvSpPr>
          <p:spPr>
            <a:xfrm>
              <a:off x="1828800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5E178C8F-ADD5-286F-31D0-64407875EE8D}"/>
                </a:ext>
              </a:extLst>
            </p:cNvPr>
            <p:cNvSpPr/>
            <p:nvPr/>
          </p:nvSpPr>
          <p:spPr>
            <a:xfrm>
              <a:off x="2200275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26A878D3-693B-DAEE-2A7A-779989B3102F}"/>
                </a:ext>
              </a:extLst>
            </p:cNvPr>
            <p:cNvSpPr/>
            <p:nvPr/>
          </p:nvSpPr>
          <p:spPr>
            <a:xfrm>
              <a:off x="2943225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D72F1AFC-7E0E-D40C-CD12-0FD366194EBA}"/>
                </a:ext>
              </a:extLst>
            </p:cNvPr>
            <p:cNvSpPr/>
            <p:nvPr/>
          </p:nvSpPr>
          <p:spPr>
            <a:xfrm>
              <a:off x="2571750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20686BF3-78F3-9A59-C7B5-C7F7144F4BC2}"/>
                </a:ext>
              </a:extLst>
            </p:cNvPr>
            <p:cNvSpPr/>
            <p:nvPr/>
          </p:nvSpPr>
          <p:spPr>
            <a:xfrm>
              <a:off x="3314700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A3C2E83A-4047-6097-7868-F4892ECAD4EA}"/>
                </a:ext>
              </a:extLst>
            </p:cNvPr>
            <p:cNvSpPr/>
            <p:nvPr/>
          </p:nvSpPr>
          <p:spPr>
            <a:xfrm>
              <a:off x="3686175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46A139C1-10E7-4B54-C06A-55FA7DC7404C}"/>
                </a:ext>
              </a:extLst>
            </p:cNvPr>
            <p:cNvSpPr/>
            <p:nvPr/>
          </p:nvSpPr>
          <p:spPr>
            <a:xfrm>
              <a:off x="4429125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1AEC0A62-8095-A754-1635-565A8B74BA70}"/>
                </a:ext>
              </a:extLst>
            </p:cNvPr>
            <p:cNvSpPr/>
            <p:nvPr/>
          </p:nvSpPr>
          <p:spPr>
            <a:xfrm>
              <a:off x="4057650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C6202D6F-6CAE-BA73-45F5-8EA18BC37C17}"/>
                </a:ext>
              </a:extLst>
            </p:cNvPr>
            <p:cNvSpPr/>
            <p:nvPr/>
          </p:nvSpPr>
          <p:spPr>
            <a:xfrm>
              <a:off x="1828800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204318ED-4DFD-490A-93B5-BEF08CB85201}"/>
                </a:ext>
              </a:extLst>
            </p:cNvPr>
            <p:cNvSpPr/>
            <p:nvPr/>
          </p:nvSpPr>
          <p:spPr>
            <a:xfrm>
              <a:off x="2200275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51D473CE-E3EF-B228-A834-6BB5A7E0B8B0}"/>
                </a:ext>
              </a:extLst>
            </p:cNvPr>
            <p:cNvSpPr/>
            <p:nvPr/>
          </p:nvSpPr>
          <p:spPr>
            <a:xfrm>
              <a:off x="2943225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1971FA55-C28F-0874-B8AB-5EDDF2980B33}"/>
                </a:ext>
              </a:extLst>
            </p:cNvPr>
            <p:cNvSpPr/>
            <p:nvPr/>
          </p:nvSpPr>
          <p:spPr>
            <a:xfrm>
              <a:off x="2571750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5A393A77-4543-2FEE-D4E1-694DE0FFD6BB}"/>
                </a:ext>
              </a:extLst>
            </p:cNvPr>
            <p:cNvSpPr/>
            <p:nvPr/>
          </p:nvSpPr>
          <p:spPr>
            <a:xfrm>
              <a:off x="3314700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5DB7E233-9E2D-9C55-F94E-1078CC2A1E67}"/>
                </a:ext>
              </a:extLst>
            </p:cNvPr>
            <p:cNvSpPr/>
            <p:nvPr/>
          </p:nvSpPr>
          <p:spPr>
            <a:xfrm>
              <a:off x="3686175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1ECFCDAD-AE08-37CB-DD93-BEAC4092DEC0}"/>
                </a:ext>
              </a:extLst>
            </p:cNvPr>
            <p:cNvSpPr/>
            <p:nvPr/>
          </p:nvSpPr>
          <p:spPr>
            <a:xfrm>
              <a:off x="4429125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4ED36E15-4221-04B5-E803-1DAF4245C9A5}"/>
                </a:ext>
              </a:extLst>
            </p:cNvPr>
            <p:cNvSpPr/>
            <p:nvPr/>
          </p:nvSpPr>
          <p:spPr>
            <a:xfrm>
              <a:off x="4057650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E6257E7F-0F16-BAA0-2354-D33E761DBE83}"/>
                </a:ext>
              </a:extLst>
            </p:cNvPr>
            <p:cNvSpPr/>
            <p:nvPr/>
          </p:nvSpPr>
          <p:spPr>
            <a:xfrm>
              <a:off x="1828800" y="32861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3DF1355C-FE1D-5F62-4530-12705DF73B7A}"/>
                </a:ext>
              </a:extLst>
            </p:cNvPr>
            <p:cNvSpPr/>
            <p:nvPr/>
          </p:nvSpPr>
          <p:spPr>
            <a:xfrm>
              <a:off x="2200275" y="32861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ECBBEDE6-81E7-8686-BD3D-7DB453599672}"/>
                </a:ext>
              </a:extLst>
            </p:cNvPr>
            <p:cNvSpPr/>
            <p:nvPr/>
          </p:nvSpPr>
          <p:spPr>
            <a:xfrm>
              <a:off x="2943225" y="32861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CEC866A3-7468-EB39-2CD7-13CB0D0777DA}"/>
                </a:ext>
              </a:extLst>
            </p:cNvPr>
            <p:cNvSpPr/>
            <p:nvPr/>
          </p:nvSpPr>
          <p:spPr>
            <a:xfrm>
              <a:off x="2571750" y="32861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41ADB83B-3B85-76C6-5D19-4406BEC1A30B}"/>
                </a:ext>
              </a:extLst>
            </p:cNvPr>
            <p:cNvSpPr/>
            <p:nvPr/>
          </p:nvSpPr>
          <p:spPr>
            <a:xfrm>
              <a:off x="3314700" y="32861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684485CB-A5D1-63C9-2EA6-2AADC89154D9}"/>
                </a:ext>
              </a:extLst>
            </p:cNvPr>
            <p:cNvSpPr/>
            <p:nvPr/>
          </p:nvSpPr>
          <p:spPr>
            <a:xfrm>
              <a:off x="3686175" y="32861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64EF9993-3C93-9022-40D7-4299FB22CB77}"/>
                </a:ext>
              </a:extLst>
            </p:cNvPr>
            <p:cNvSpPr/>
            <p:nvPr/>
          </p:nvSpPr>
          <p:spPr>
            <a:xfrm>
              <a:off x="4429125" y="32861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9F25A400-9C4A-3ECB-7ADB-DA06862EF298}"/>
                </a:ext>
              </a:extLst>
            </p:cNvPr>
            <p:cNvSpPr/>
            <p:nvPr/>
          </p:nvSpPr>
          <p:spPr>
            <a:xfrm>
              <a:off x="4057650" y="32861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B7180596-E667-85FF-4F87-0A9AFB051EF3}"/>
                </a:ext>
              </a:extLst>
            </p:cNvPr>
            <p:cNvSpPr/>
            <p:nvPr/>
          </p:nvSpPr>
          <p:spPr>
            <a:xfrm>
              <a:off x="1828800" y="36576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D9082BEE-F79C-3152-B6B7-726DEA1986FC}"/>
                </a:ext>
              </a:extLst>
            </p:cNvPr>
            <p:cNvSpPr/>
            <p:nvPr/>
          </p:nvSpPr>
          <p:spPr>
            <a:xfrm>
              <a:off x="2200275" y="36576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31B7AF64-FDE6-8FEC-73C6-9D14940AAB83}"/>
                </a:ext>
              </a:extLst>
            </p:cNvPr>
            <p:cNvSpPr/>
            <p:nvPr/>
          </p:nvSpPr>
          <p:spPr>
            <a:xfrm>
              <a:off x="2943225" y="36576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DE32C47D-505D-F5DD-DEDF-40694F9A481D}"/>
                </a:ext>
              </a:extLst>
            </p:cNvPr>
            <p:cNvSpPr/>
            <p:nvPr/>
          </p:nvSpPr>
          <p:spPr>
            <a:xfrm>
              <a:off x="2571750" y="36576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2EBB795D-7A28-379B-A0D8-5705A6CE8974}"/>
                </a:ext>
              </a:extLst>
            </p:cNvPr>
            <p:cNvSpPr/>
            <p:nvPr/>
          </p:nvSpPr>
          <p:spPr>
            <a:xfrm>
              <a:off x="3314700" y="36576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663993BA-CB66-D070-AD82-88CD600E4A60}"/>
                </a:ext>
              </a:extLst>
            </p:cNvPr>
            <p:cNvSpPr/>
            <p:nvPr/>
          </p:nvSpPr>
          <p:spPr>
            <a:xfrm>
              <a:off x="3686175" y="36576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3D59DCF2-7033-9789-2BAC-A8C4EEF4842F}"/>
                </a:ext>
              </a:extLst>
            </p:cNvPr>
            <p:cNvSpPr/>
            <p:nvPr/>
          </p:nvSpPr>
          <p:spPr>
            <a:xfrm>
              <a:off x="4429125" y="36576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50304D7A-B9AB-7905-BA18-188E9105BE51}"/>
                </a:ext>
              </a:extLst>
            </p:cNvPr>
            <p:cNvSpPr/>
            <p:nvPr/>
          </p:nvSpPr>
          <p:spPr>
            <a:xfrm>
              <a:off x="4057650" y="36576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A44156F7-0860-4686-3A71-8E9CAFBDE01A}"/>
              </a:ext>
            </a:extLst>
          </p:cNvPr>
          <p:cNvGrpSpPr/>
          <p:nvPr/>
        </p:nvGrpSpPr>
        <p:grpSpPr>
          <a:xfrm>
            <a:off x="4980562" y="1057275"/>
            <a:ext cx="2971800" cy="2971800"/>
            <a:chOff x="4980562" y="1057275"/>
            <a:chExt cx="2971800" cy="2971800"/>
          </a:xfrm>
          <a:solidFill>
            <a:schemeClr val="bg2">
              <a:lumMod val="60000"/>
              <a:lumOff val="40000"/>
            </a:schemeClr>
          </a:solidFill>
        </p:grpSpPr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C6AED866-B408-5507-1FA6-1E5C3B1BD5AC}"/>
                </a:ext>
              </a:extLst>
            </p:cNvPr>
            <p:cNvSpPr/>
            <p:nvPr/>
          </p:nvSpPr>
          <p:spPr>
            <a:xfrm>
              <a:off x="4980562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2593E28F-B885-D1C9-2843-86F7B3D5F352}"/>
                </a:ext>
              </a:extLst>
            </p:cNvPr>
            <p:cNvSpPr/>
            <p:nvPr/>
          </p:nvSpPr>
          <p:spPr>
            <a:xfrm>
              <a:off x="5352037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9DF850AE-96C0-ABC7-C408-C6471330AADF}"/>
                </a:ext>
              </a:extLst>
            </p:cNvPr>
            <p:cNvSpPr/>
            <p:nvPr/>
          </p:nvSpPr>
          <p:spPr>
            <a:xfrm>
              <a:off x="6094987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4CCA455A-F3F3-AA21-2CBA-BBA3A92966B5}"/>
                </a:ext>
              </a:extLst>
            </p:cNvPr>
            <p:cNvSpPr/>
            <p:nvPr/>
          </p:nvSpPr>
          <p:spPr>
            <a:xfrm>
              <a:off x="5723512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B9705EBC-229A-2128-9585-260D52F4E57A}"/>
                </a:ext>
              </a:extLst>
            </p:cNvPr>
            <p:cNvSpPr/>
            <p:nvPr/>
          </p:nvSpPr>
          <p:spPr>
            <a:xfrm>
              <a:off x="6466462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0E9D97C9-489C-5BD6-4EB8-D6F6C7BAD595}"/>
                </a:ext>
              </a:extLst>
            </p:cNvPr>
            <p:cNvSpPr/>
            <p:nvPr/>
          </p:nvSpPr>
          <p:spPr>
            <a:xfrm>
              <a:off x="6837937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98F4B95E-026F-424D-BA2D-4694E3C76AC8}"/>
                </a:ext>
              </a:extLst>
            </p:cNvPr>
            <p:cNvSpPr/>
            <p:nvPr/>
          </p:nvSpPr>
          <p:spPr>
            <a:xfrm>
              <a:off x="7580887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3104352B-380F-CA8F-41E8-8D21648E67A9}"/>
                </a:ext>
              </a:extLst>
            </p:cNvPr>
            <p:cNvSpPr/>
            <p:nvPr/>
          </p:nvSpPr>
          <p:spPr>
            <a:xfrm>
              <a:off x="7209412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EF36E282-0FAE-290D-4DDA-E77B66EFE43B}"/>
                </a:ext>
              </a:extLst>
            </p:cNvPr>
            <p:cNvSpPr/>
            <p:nvPr/>
          </p:nvSpPr>
          <p:spPr>
            <a:xfrm>
              <a:off x="4980562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C0574F54-518E-63AD-48DC-FA50B6B1E074}"/>
                </a:ext>
              </a:extLst>
            </p:cNvPr>
            <p:cNvSpPr/>
            <p:nvPr/>
          </p:nvSpPr>
          <p:spPr>
            <a:xfrm>
              <a:off x="5352037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8C127100-77E9-C672-F367-47990A4243C2}"/>
                </a:ext>
              </a:extLst>
            </p:cNvPr>
            <p:cNvSpPr/>
            <p:nvPr/>
          </p:nvSpPr>
          <p:spPr>
            <a:xfrm>
              <a:off x="6094987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B8D9EC5C-8507-435E-86F4-A359F9F31DFB}"/>
                </a:ext>
              </a:extLst>
            </p:cNvPr>
            <p:cNvSpPr/>
            <p:nvPr/>
          </p:nvSpPr>
          <p:spPr>
            <a:xfrm>
              <a:off x="5723512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050972A3-FF51-3B8C-21ED-65FB787CED04}"/>
                </a:ext>
              </a:extLst>
            </p:cNvPr>
            <p:cNvSpPr/>
            <p:nvPr/>
          </p:nvSpPr>
          <p:spPr>
            <a:xfrm>
              <a:off x="6466462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050F70BE-4399-F390-02B8-D7135FC97541}"/>
                </a:ext>
              </a:extLst>
            </p:cNvPr>
            <p:cNvSpPr/>
            <p:nvPr/>
          </p:nvSpPr>
          <p:spPr>
            <a:xfrm>
              <a:off x="6837937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2C44FB3B-DD37-F61B-3AA3-80F85BE4B1B3}"/>
                </a:ext>
              </a:extLst>
            </p:cNvPr>
            <p:cNvSpPr/>
            <p:nvPr/>
          </p:nvSpPr>
          <p:spPr>
            <a:xfrm>
              <a:off x="7580887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E3E049A7-CAAD-3354-E0B4-4C734D1A2300}"/>
                </a:ext>
              </a:extLst>
            </p:cNvPr>
            <p:cNvSpPr/>
            <p:nvPr/>
          </p:nvSpPr>
          <p:spPr>
            <a:xfrm>
              <a:off x="7209412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1E9B9BA8-A328-74CA-2850-F9EEF4CD88C5}"/>
                </a:ext>
              </a:extLst>
            </p:cNvPr>
            <p:cNvSpPr/>
            <p:nvPr/>
          </p:nvSpPr>
          <p:spPr>
            <a:xfrm>
              <a:off x="4980562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761529FE-93C6-C42C-4912-156D9DABB31A}"/>
                </a:ext>
              </a:extLst>
            </p:cNvPr>
            <p:cNvSpPr/>
            <p:nvPr/>
          </p:nvSpPr>
          <p:spPr>
            <a:xfrm>
              <a:off x="5352037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76334A63-9E41-454E-93CD-C56A01D2F033}"/>
                </a:ext>
              </a:extLst>
            </p:cNvPr>
            <p:cNvSpPr/>
            <p:nvPr/>
          </p:nvSpPr>
          <p:spPr>
            <a:xfrm>
              <a:off x="6094987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0F3BD8E1-DEE5-ED58-77F3-047D93FFE0E3}"/>
                </a:ext>
              </a:extLst>
            </p:cNvPr>
            <p:cNvSpPr/>
            <p:nvPr/>
          </p:nvSpPr>
          <p:spPr>
            <a:xfrm>
              <a:off x="5723512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DC399CDA-7304-49B9-EBE7-5B00D54AD17F}"/>
                </a:ext>
              </a:extLst>
            </p:cNvPr>
            <p:cNvSpPr/>
            <p:nvPr/>
          </p:nvSpPr>
          <p:spPr>
            <a:xfrm>
              <a:off x="6466462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0D893935-8EAB-2631-44FC-DA3EE41C8F92}"/>
                </a:ext>
              </a:extLst>
            </p:cNvPr>
            <p:cNvSpPr/>
            <p:nvPr/>
          </p:nvSpPr>
          <p:spPr>
            <a:xfrm>
              <a:off x="6837937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6CC67C59-6AAF-4F1A-DAD4-021F0D52E0AB}"/>
                </a:ext>
              </a:extLst>
            </p:cNvPr>
            <p:cNvSpPr/>
            <p:nvPr/>
          </p:nvSpPr>
          <p:spPr>
            <a:xfrm>
              <a:off x="7580887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3A6646FF-07D5-E2B4-63AE-F44D6353CAAA}"/>
                </a:ext>
              </a:extLst>
            </p:cNvPr>
            <p:cNvSpPr/>
            <p:nvPr/>
          </p:nvSpPr>
          <p:spPr>
            <a:xfrm>
              <a:off x="7209412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2807AFB7-5576-D874-FEB8-9ACC261B5F9B}"/>
                </a:ext>
              </a:extLst>
            </p:cNvPr>
            <p:cNvSpPr/>
            <p:nvPr/>
          </p:nvSpPr>
          <p:spPr>
            <a:xfrm>
              <a:off x="4980562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1C736B3F-2A00-E2D1-360F-BABC81FBB636}"/>
                </a:ext>
              </a:extLst>
            </p:cNvPr>
            <p:cNvSpPr/>
            <p:nvPr/>
          </p:nvSpPr>
          <p:spPr>
            <a:xfrm>
              <a:off x="5352037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8F05E33E-5D64-29CE-4070-CC1C02E91F7C}"/>
                </a:ext>
              </a:extLst>
            </p:cNvPr>
            <p:cNvSpPr/>
            <p:nvPr/>
          </p:nvSpPr>
          <p:spPr>
            <a:xfrm>
              <a:off x="6094987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82DBB26B-7050-9D9A-7F05-628441D9A04D}"/>
                </a:ext>
              </a:extLst>
            </p:cNvPr>
            <p:cNvSpPr/>
            <p:nvPr/>
          </p:nvSpPr>
          <p:spPr>
            <a:xfrm>
              <a:off x="5723512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B21920A1-B013-551E-CC97-B3F023470A4B}"/>
                </a:ext>
              </a:extLst>
            </p:cNvPr>
            <p:cNvSpPr/>
            <p:nvPr/>
          </p:nvSpPr>
          <p:spPr>
            <a:xfrm>
              <a:off x="6466462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800C5792-379D-9527-A451-87877B7FB630}"/>
                </a:ext>
              </a:extLst>
            </p:cNvPr>
            <p:cNvSpPr/>
            <p:nvPr/>
          </p:nvSpPr>
          <p:spPr>
            <a:xfrm>
              <a:off x="6837937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E4224C18-1DFD-B3D0-D2CE-CF5D52DFBF50}"/>
                </a:ext>
              </a:extLst>
            </p:cNvPr>
            <p:cNvSpPr/>
            <p:nvPr/>
          </p:nvSpPr>
          <p:spPr>
            <a:xfrm>
              <a:off x="7580887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0B864BCD-D3B1-4AD8-A757-A60B7928D79B}"/>
                </a:ext>
              </a:extLst>
            </p:cNvPr>
            <p:cNvSpPr/>
            <p:nvPr/>
          </p:nvSpPr>
          <p:spPr>
            <a:xfrm>
              <a:off x="7209412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996678BF-E058-FFEC-30E5-60C9CA2639F5}"/>
                </a:ext>
              </a:extLst>
            </p:cNvPr>
            <p:cNvSpPr/>
            <p:nvPr/>
          </p:nvSpPr>
          <p:spPr>
            <a:xfrm>
              <a:off x="4980562" y="18002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95D56A44-FE31-F223-1108-1CA9CB7C8783}"/>
                </a:ext>
              </a:extLst>
            </p:cNvPr>
            <p:cNvSpPr/>
            <p:nvPr/>
          </p:nvSpPr>
          <p:spPr>
            <a:xfrm>
              <a:off x="5352037" y="18002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3E7C9A15-F0B1-2BB3-2861-A30B5DBC6D82}"/>
                </a:ext>
              </a:extLst>
            </p:cNvPr>
            <p:cNvSpPr/>
            <p:nvPr/>
          </p:nvSpPr>
          <p:spPr>
            <a:xfrm>
              <a:off x="6094987" y="18002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0378BB17-0913-8C4D-BA5D-71C1FE977D6C}"/>
                </a:ext>
              </a:extLst>
            </p:cNvPr>
            <p:cNvSpPr/>
            <p:nvPr/>
          </p:nvSpPr>
          <p:spPr>
            <a:xfrm>
              <a:off x="5723512" y="18002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6E796279-6887-FA3F-DBFA-E3C104C35555}"/>
                </a:ext>
              </a:extLst>
            </p:cNvPr>
            <p:cNvSpPr/>
            <p:nvPr/>
          </p:nvSpPr>
          <p:spPr>
            <a:xfrm>
              <a:off x="6466462" y="18002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E4E8C154-1F7B-F918-4AE1-ED0611CFA620}"/>
                </a:ext>
              </a:extLst>
            </p:cNvPr>
            <p:cNvSpPr/>
            <p:nvPr/>
          </p:nvSpPr>
          <p:spPr>
            <a:xfrm>
              <a:off x="6837937" y="18002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DF5EE108-7A8A-80E8-F341-E58C0127D0C2}"/>
                </a:ext>
              </a:extLst>
            </p:cNvPr>
            <p:cNvSpPr/>
            <p:nvPr/>
          </p:nvSpPr>
          <p:spPr>
            <a:xfrm>
              <a:off x="7580887" y="18002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34832365-0981-52B5-420A-1B17AC9CCCEE}"/>
                </a:ext>
              </a:extLst>
            </p:cNvPr>
            <p:cNvSpPr/>
            <p:nvPr/>
          </p:nvSpPr>
          <p:spPr>
            <a:xfrm>
              <a:off x="7209412" y="18002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414A5736-A54F-1C74-6E5B-0F50B6E9483B}"/>
                </a:ext>
              </a:extLst>
            </p:cNvPr>
            <p:cNvSpPr/>
            <p:nvPr/>
          </p:nvSpPr>
          <p:spPr>
            <a:xfrm>
              <a:off x="4980562" y="21717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D817E6B1-3B8C-3FA1-03ED-1DF163536BB9}"/>
                </a:ext>
              </a:extLst>
            </p:cNvPr>
            <p:cNvSpPr/>
            <p:nvPr/>
          </p:nvSpPr>
          <p:spPr>
            <a:xfrm>
              <a:off x="5352037" y="21717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186A9063-B3EB-37C4-9C59-819E42BD60F9}"/>
                </a:ext>
              </a:extLst>
            </p:cNvPr>
            <p:cNvSpPr/>
            <p:nvPr/>
          </p:nvSpPr>
          <p:spPr>
            <a:xfrm>
              <a:off x="6094987" y="21717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3659C35B-AF0B-F01C-E2CF-940515BDD681}"/>
                </a:ext>
              </a:extLst>
            </p:cNvPr>
            <p:cNvSpPr/>
            <p:nvPr/>
          </p:nvSpPr>
          <p:spPr>
            <a:xfrm>
              <a:off x="5723512" y="21717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B5E4274E-D6C3-1335-C779-998A5CF4D0D8}"/>
                </a:ext>
              </a:extLst>
            </p:cNvPr>
            <p:cNvSpPr/>
            <p:nvPr/>
          </p:nvSpPr>
          <p:spPr>
            <a:xfrm>
              <a:off x="6466462" y="21717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DCF19F8F-6011-E03B-7368-4898075E98FD}"/>
                </a:ext>
              </a:extLst>
            </p:cNvPr>
            <p:cNvSpPr/>
            <p:nvPr/>
          </p:nvSpPr>
          <p:spPr>
            <a:xfrm>
              <a:off x="6837937" y="21717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80F5A270-3A48-1ADB-E96E-3690CA38C3FD}"/>
                </a:ext>
              </a:extLst>
            </p:cNvPr>
            <p:cNvSpPr/>
            <p:nvPr/>
          </p:nvSpPr>
          <p:spPr>
            <a:xfrm>
              <a:off x="7580887" y="21717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1EBD1860-9FFE-BF36-A7D9-4761971490AC}"/>
                </a:ext>
              </a:extLst>
            </p:cNvPr>
            <p:cNvSpPr/>
            <p:nvPr/>
          </p:nvSpPr>
          <p:spPr>
            <a:xfrm>
              <a:off x="7209412" y="21717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A0475B90-34EE-3EE8-4BE5-6860159A1755}"/>
                </a:ext>
              </a:extLst>
            </p:cNvPr>
            <p:cNvSpPr/>
            <p:nvPr/>
          </p:nvSpPr>
          <p:spPr>
            <a:xfrm>
              <a:off x="4980562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11D3493E-1BB9-4603-6D66-72557B1B3E6A}"/>
                </a:ext>
              </a:extLst>
            </p:cNvPr>
            <p:cNvSpPr/>
            <p:nvPr/>
          </p:nvSpPr>
          <p:spPr>
            <a:xfrm>
              <a:off x="5352037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D6EA7CE3-A578-A88C-3933-B8C029396CF9}"/>
                </a:ext>
              </a:extLst>
            </p:cNvPr>
            <p:cNvSpPr/>
            <p:nvPr/>
          </p:nvSpPr>
          <p:spPr>
            <a:xfrm>
              <a:off x="6094987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95E5D679-C8EB-AE96-72CC-1DEDA0E1E518}"/>
                </a:ext>
              </a:extLst>
            </p:cNvPr>
            <p:cNvSpPr/>
            <p:nvPr/>
          </p:nvSpPr>
          <p:spPr>
            <a:xfrm>
              <a:off x="5723512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0014AA0B-C9AA-07A2-3601-F22367EE7F30}"/>
                </a:ext>
              </a:extLst>
            </p:cNvPr>
            <p:cNvSpPr/>
            <p:nvPr/>
          </p:nvSpPr>
          <p:spPr>
            <a:xfrm>
              <a:off x="6466462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3CCAD5B7-8CD2-E910-6CA2-62C5A98DBAB0}"/>
                </a:ext>
              </a:extLst>
            </p:cNvPr>
            <p:cNvSpPr/>
            <p:nvPr/>
          </p:nvSpPr>
          <p:spPr>
            <a:xfrm>
              <a:off x="6837937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CA3F3741-94F4-D734-6DDA-6D9C6F42FDE1}"/>
                </a:ext>
              </a:extLst>
            </p:cNvPr>
            <p:cNvSpPr/>
            <p:nvPr/>
          </p:nvSpPr>
          <p:spPr>
            <a:xfrm>
              <a:off x="7580887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EEA1DDEE-9623-3B70-32C2-0412F344425A}"/>
                </a:ext>
              </a:extLst>
            </p:cNvPr>
            <p:cNvSpPr/>
            <p:nvPr/>
          </p:nvSpPr>
          <p:spPr>
            <a:xfrm>
              <a:off x="7209412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CB1451B1-30DB-B938-7D5A-3C059C241C8B}"/>
                </a:ext>
              </a:extLst>
            </p:cNvPr>
            <p:cNvSpPr/>
            <p:nvPr/>
          </p:nvSpPr>
          <p:spPr>
            <a:xfrm>
              <a:off x="4980562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9824AA43-77C5-25C6-0F47-20B43A6C3E87}"/>
                </a:ext>
              </a:extLst>
            </p:cNvPr>
            <p:cNvSpPr/>
            <p:nvPr/>
          </p:nvSpPr>
          <p:spPr>
            <a:xfrm>
              <a:off x="5352037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5CF6800C-47BA-56EB-492B-CB69643471C8}"/>
                </a:ext>
              </a:extLst>
            </p:cNvPr>
            <p:cNvSpPr/>
            <p:nvPr/>
          </p:nvSpPr>
          <p:spPr>
            <a:xfrm>
              <a:off x="6094987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0B23A5DF-C975-AB6A-86E6-60F6A9EBBCB4}"/>
                </a:ext>
              </a:extLst>
            </p:cNvPr>
            <p:cNvSpPr/>
            <p:nvPr/>
          </p:nvSpPr>
          <p:spPr>
            <a:xfrm>
              <a:off x="5723512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D6A2D419-900A-520D-4FE8-E2453F4A6C5D}"/>
                </a:ext>
              </a:extLst>
            </p:cNvPr>
            <p:cNvSpPr/>
            <p:nvPr/>
          </p:nvSpPr>
          <p:spPr>
            <a:xfrm>
              <a:off x="6466462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D97EEBE1-3C00-7573-5082-5D0D1B8FE3D2}"/>
                </a:ext>
              </a:extLst>
            </p:cNvPr>
            <p:cNvSpPr/>
            <p:nvPr/>
          </p:nvSpPr>
          <p:spPr>
            <a:xfrm>
              <a:off x="6837937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B07E4127-29DA-D751-564C-92963DBFE210}"/>
                </a:ext>
              </a:extLst>
            </p:cNvPr>
            <p:cNvSpPr/>
            <p:nvPr/>
          </p:nvSpPr>
          <p:spPr>
            <a:xfrm>
              <a:off x="7580887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12E531E0-3D82-6789-D524-391A28F0B4D9}"/>
                </a:ext>
              </a:extLst>
            </p:cNvPr>
            <p:cNvSpPr/>
            <p:nvPr/>
          </p:nvSpPr>
          <p:spPr>
            <a:xfrm>
              <a:off x="7209412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670B400E-9800-6337-B057-C3F50ABF1506}"/>
                </a:ext>
              </a:extLst>
            </p:cNvPr>
            <p:cNvSpPr/>
            <p:nvPr/>
          </p:nvSpPr>
          <p:spPr>
            <a:xfrm>
              <a:off x="4980562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470DD59D-DBE5-4CAE-D408-9AAB769F0E72}"/>
                </a:ext>
              </a:extLst>
            </p:cNvPr>
            <p:cNvSpPr/>
            <p:nvPr/>
          </p:nvSpPr>
          <p:spPr>
            <a:xfrm>
              <a:off x="5352037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A5E657E3-CDA7-CC42-F549-ABC007A082BA}"/>
                </a:ext>
              </a:extLst>
            </p:cNvPr>
            <p:cNvSpPr/>
            <p:nvPr/>
          </p:nvSpPr>
          <p:spPr>
            <a:xfrm>
              <a:off x="6094987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3597F871-7AB6-8C0B-F474-6272DF0B6536}"/>
                </a:ext>
              </a:extLst>
            </p:cNvPr>
            <p:cNvSpPr/>
            <p:nvPr/>
          </p:nvSpPr>
          <p:spPr>
            <a:xfrm>
              <a:off x="5723512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F6F874D4-A590-63DF-EF01-A6D409D22467}"/>
                </a:ext>
              </a:extLst>
            </p:cNvPr>
            <p:cNvSpPr/>
            <p:nvPr/>
          </p:nvSpPr>
          <p:spPr>
            <a:xfrm>
              <a:off x="6466462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090C4CA9-7E98-526B-4B92-83A55E2B5870}"/>
                </a:ext>
              </a:extLst>
            </p:cNvPr>
            <p:cNvSpPr/>
            <p:nvPr/>
          </p:nvSpPr>
          <p:spPr>
            <a:xfrm>
              <a:off x="6837937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DF536FE6-DCA2-89F9-C917-08BF0CAC8D4F}"/>
                </a:ext>
              </a:extLst>
            </p:cNvPr>
            <p:cNvSpPr/>
            <p:nvPr/>
          </p:nvSpPr>
          <p:spPr>
            <a:xfrm>
              <a:off x="7580887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2B42E5D9-8CA4-815D-E14A-D1FB0E7D23A4}"/>
                </a:ext>
              </a:extLst>
            </p:cNvPr>
            <p:cNvSpPr/>
            <p:nvPr/>
          </p:nvSpPr>
          <p:spPr>
            <a:xfrm>
              <a:off x="7209412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2B5AE714-CF90-E2F2-06E2-DD18DB00E2C2}"/>
                </a:ext>
              </a:extLst>
            </p:cNvPr>
            <p:cNvSpPr/>
            <p:nvPr/>
          </p:nvSpPr>
          <p:spPr>
            <a:xfrm>
              <a:off x="4980562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E3C3DC28-50D2-B997-5689-96B8326257AF}"/>
                </a:ext>
              </a:extLst>
            </p:cNvPr>
            <p:cNvSpPr/>
            <p:nvPr/>
          </p:nvSpPr>
          <p:spPr>
            <a:xfrm>
              <a:off x="5352037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34395BA1-4DB7-E2FF-15AA-2E28AD5D4AA8}"/>
                </a:ext>
              </a:extLst>
            </p:cNvPr>
            <p:cNvSpPr/>
            <p:nvPr/>
          </p:nvSpPr>
          <p:spPr>
            <a:xfrm>
              <a:off x="6094987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AE072C00-A53E-314B-EA17-939DD8C88BD3}"/>
                </a:ext>
              </a:extLst>
            </p:cNvPr>
            <p:cNvSpPr/>
            <p:nvPr/>
          </p:nvSpPr>
          <p:spPr>
            <a:xfrm>
              <a:off x="5723512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DB97EDBC-55D2-5719-2F91-F418E01A366C}"/>
                </a:ext>
              </a:extLst>
            </p:cNvPr>
            <p:cNvSpPr/>
            <p:nvPr/>
          </p:nvSpPr>
          <p:spPr>
            <a:xfrm>
              <a:off x="6466462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6953DBE0-343E-624D-6844-D8E2BAC3D803}"/>
                </a:ext>
              </a:extLst>
            </p:cNvPr>
            <p:cNvSpPr/>
            <p:nvPr/>
          </p:nvSpPr>
          <p:spPr>
            <a:xfrm>
              <a:off x="6837937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2A4D755B-1686-DBEB-21E0-41EFF6C0E01A}"/>
                </a:ext>
              </a:extLst>
            </p:cNvPr>
            <p:cNvSpPr/>
            <p:nvPr/>
          </p:nvSpPr>
          <p:spPr>
            <a:xfrm>
              <a:off x="7580887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CE85AEC3-ED6F-7187-4B62-E3F75B914412}"/>
                </a:ext>
              </a:extLst>
            </p:cNvPr>
            <p:cNvSpPr/>
            <p:nvPr/>
          </p:nvSpPr>
          <p:spPr>
            <a:xfrm>
              <a:off x="7209412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3966EB6B-A84D-B24B-7A6F-72200AADCC9D}"/>
                </a:ext>
              </a:extLst>
            </p:cNvPr>
            <p:cNvSpPr/>
            <p:nvPr/>
          </p:nvSpPr>
          <p:spPr>
            <a:xfrm>
              <a:off x="4980562" y="32861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14AA43C0-D347-1002-F651-33487F8B7167}"/>
                </a:ext>
              </a:extLst>
            </p:cNvPr>
            <p:cNvSpPr/>
            <p:nvPr/>
          </p:nvSpPr>
          <p:spPr>
            <a:xfrm>
              <a:off x="5352037" y="32861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0394797B-A809-F654-99C1-465D8D416A96}"/>
                </a:ext>
              </a:extLst>
            </p:cNvPr>
            <p:cNvSpPr/>
            <p:nvPr/>
          </p:nvSpPr>
          <p:spPr>
            <a:xfrm>
              <a:off x="6094987" y="32861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B35F4202-AEEE-A42C-A34A-AFFEEED04870}"/>
                </a:ext>
              </a:extLst>
            </p:cNvPr>
            <p:cNvSpPr/>
            <p:nvPr/>
          </p:nvSpPr>
          <p:spPr>
            <a:xfrm>
              <a:off x="5723512" y="32861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B77DDBE4-0A2A-E67B-D5AA-80E9AADEE24F}"/>
                </a:ext>
              </a:extLst>
            </p:cNvPr>
            <p:cNvSpPr/>
            <p:nvPr/>
          </p:nvSpPr>
          <p:spPr>
            <a:xfrm>
              <a:off x="6466462" y="32861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D9D9BF23-80D9-4716-5853-6579B18791CF}"/>
                </a:ext>
              </a:extLst>
            </p:cNvPr>
            <p:cNvSpPr/>
            <p:nvPr/>
          </p:nvSpPr>
          <p:spPr>
            <a:xfrm>
              <a:off x="6837937" y="32861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47E31EC8-F36D-FF4B-5CBE-0FFEDC180899}"/>
                </a:ext>
              </a:extLst>
            </p:cNvPr>
            <p:cNvSpPr/>
            <p:nvPr/>
          </p:nvSpPr>
          <p:spPr>
            <a:xfrm>
              <a:off x="7580887" y="32861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C9A9AA4F-2EB0-698F-1AA6-E0B35E71B5F7}"/>
                </a:ext>
              </a:extLst>
            </p:cNvPr>
            <p:cNvSpPr/>
            <p:nvPr/>
          </p:nvSpPr>
          <p:spPr>
            <a:xfrm>
              <a:off x="7209412" y="32861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6FCAD0BC-78EC-365C-1FEB-2032402501FB}"/>
                </a:ext>
              </a:extLst>
            </p:cNvPr>
            <p:cNvSpPr/>
            <p:nvPr/>
          </p:nvSpPr>
          <p:spPr>
            <a:xfrm>
              <a:off x="4980562" y="36576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9570E16A-0537-5683-99C6-11F776C401CF}"/>
                </a:ext>
              </a:extLst>
            </p:cNvPr>
            <p:cNvSpPr/>
            <p:nvPr/>
          </p:nvSpPr>
          <p:spPr>
            <a:xfrm>
              <a:off x="5352037" y="36576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E106AE88-C6E7-241D-4530-35AF7712483B}"/>
                </a:ext>
              </a:extLst>
            </p:cNvPr>
            <p:cNvSpPr/>
            <p:nvPr/>
          </p:nvSpPr>
          <p:spPr>
            <a:xfrm>
              <a:off x="6094987" y="36576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E997EE6E-CDD5-017C-ECE1-CA5988DAD21B}"/>
                </a:ext>
              </a:extLst>
            </p:cNvPr>
            <p:cNvSpPr/>
            <p:nvPr/>
          </p:nvSpPr>
          <p:spPr>
            <a:xfrm>
              <a:off x="5723512" y="36576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FC91F693-C86E-8D13-C1B3-4E658F08F4DD}"/>
                </a:ext>
              </a:extLst>
            </p:cNvPr>
            <p:cNvSpPr/>
            <p:nvPr/>
          </p:nvSpPr>
          <p:spPr>
            <a:xfrm>
              <a:off x="6466462" y="36576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6547A66E-4BA2-FD19-DE56-B0BC387CD51B}"/>
                </a:ext>
              </a:extLst>
            </p:cNvPr>
            <p:cNvSpPr/>
            <p:nvPr/>
          </p:nvSpPr>
          <p:spPr>
            <a:xfrm>
              <a:off x="6837937" y="36576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C5AF7BC8-9809-6884-AE10-0A5F556D2B72}"/>
                </a:ext>
              </a:extLst>
            </p:cNvPr>
            <p:cNvSpPr/>
            <p:nvPr/>
          </p:nvSpPr>
          <p:spPr>
            <a:xfrm>
              <a:off x="7580887" y="36576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1A7F5BD5-5FF5-AA7D-19EC-34D4DD5135CC}"/>
                </a:ext>
              </a:extLst>
            </p:cNvPr>
            <p:cNvSpPr/>
            <p:nvPr/>
          </p:nvSpPr>
          <p:spPr>
            <a:xfrm>
              <a:off x="7209412" y="36576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26D325BE-9584-4EB2-5087-185A5F868E03}"/>
              </a:ext>
            </a:extLst>
          </p:cNvPr>
          <p:cNvGrpSpPr/>
          <p:nvPr/>
        </p:nvGrpSpPr>
        <p:grpSpPr>
          <a:xfrm rot="1316882">
            <a:off x="5520447" y="1536970"/>
            <a:ext cx="1892030" cy="2009978"/>
            <a:chOff x="4980562" y="1057275"/>
            <a:chExt cx="2971800" cy="2971800"/>
          </a:xfrm>
          <a:noFill/>
        </p:grpSpPr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248E005B-241E-C7EE-3C1E-98D9D77DC4AD}"/>
                </a:ext>
              </a:extLst>
            </p:cNvPr>
            <p:cNvSpPr/>
            <p:nvPr/>
          </p:nvSpPr>
          <p:spPr>
            <a:xfrm>
              <a:off x="4980562" y="105727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D83EC28D-73AE-3ECF-653A-0BB4CC66D465}"/>
                </a:ext>
              </a:extLst>
            </p:cNvPr>
            <p:cNvSpPr/>
            <p:nvPr/>
          </p:nvSpPr>
          <p:spPr>
            <a:xfrm>
              <a:off x="5352037" y="105727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2A55E9D7-78A5-7EF5-3367-AF8EAF8AD343}"/>
                </a:ext>
              </a:extLst>
            </p:cNvPr>
            <p:cNvSpPr/>
            <p:nvPr/>
          </p:nvSpPr>
          <p:spPr>
            <a:xfrm>
              <a:off x="6094987" y="105727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C8C7997A-F3ED-81AE-2034-1F4F8EB3A3D1}"/>
                </a:ext>
              </a:extLst>
            </p:cNvPr>
            <p:cNvSpPr/>
            <p:nvPr/>
          </p:nvSpPr>
          <p:spPr>
            <a:xfrm>
              <a:off x="5723512" y="105727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30056224-071E-63EA-2D27-3C89A003EF61}"/>
                </a:ext>
              </a:extLst>
            </p:cNvPr>
            <p:cNvSpPr/>
            <p:nvPr/>
          </p:nvSpPr>
          <p:spPr>
            <a:xfrm>
              <a:off x="6466462" y="105727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BE096F47-D180-52D8-8922-DF76A2233C43}"/>
                </a:ext>
              </a:extLst>
            </p:cNvPr>
            <p:cNvSpPr/>
            <p:nvPr/>
          </p:nvSpPr>
          <p:spPr>
            <a:xfrm>
              <a:off x="6837937" y="105727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3FDD75FB-8B93-3558-6FCD-D30F889BA192}"/>
                </a:ext>
              </a:extLst>
            </p:cNvPr>
            <p:cNvSpPr/>
            <p:nvPr/>
          </p:nvSpPr>
          <p:spPr>
            <a:xfrm>
              <a:off x="7580887" y="105727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D0E9CC3F-F550-D87A-40CE-FAA00EBA28AC}"/>
                </a:ext>
              </a:extLst>
            </p:cNvPr>
            <p:cNvSpPr/>
            <p:nvPr/>
          </p:nvSpPr>
          <p:spPr>
            <a:xfrm>
              <a:off x="7209412" y="105727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BAB8248D-664F-BF27-1A76-66F29756BEDB}"/>
                </a:ext>
              </a:extLst>
            </p:cNvPr>
            <p:cNvSpPr/>
            <p:nvPr/>
          </p:nvSpPr>
          <p:spPr>
            <a:xfrm>
              <a:off x="4980562" y="142875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6C150DA0-DC89-642B-8847-375503380609}"/>
                </a:ext>
              </a:extLst>
            </p:cNvPr>
            <p:cNvSpPr/>
            <p:nvPr/>
          </p:nvSpPr>
          <p:spPr>
            <a:xfrm>
              <a:off x="5352037" y="142875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E56874EC-B880-F1FA-422A-F17C5FB2705A}"/>
                </a:ext>
              </a:extLst>
            </p:cNvPr>
            <p:cNvSpPr/>
            <p:nvPr/>
          </p:nvSpPr>
          <p:spPr>
            <a:xfrm>
              <a:off x="6094987" y="142875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7AEF2DF8-5451-BDE0-B96A-6A9D7AAB68FC}"/>
                </a:ext>
              </a:extLst>
            </p:cNvPr>
            <p:cNvSpPr/>
            <p:nvPr/>
          </p:nvSpPr>
          <p:spPr>
            <a:xfrm>
              <a:off x="5723512" y="142875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0D2585EC-6541-BD71-D56F-2E7691AA3049}"/>
                </a:ext>
              </a:extLst>
            </p:cNvPr>
            <p:cNvSpPr/>
            <p:nvPr/>
          </p:nvSpPr>
          <p:spPr>
            <a:xfrm>
              <a:off x="6466462" y="142875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CBDDE4B5-D055-F466-E1DE-9C2523DD0BD8}"/>
                </a:ext>
              </a:extLst>
            </p:cNvPr>
            <p:cNvSpPr/>
            <p:nvPr/>
          </p:nvSpPr>
          <p:spPr>
            <a:xfrm>
              <a:off x="6837937" y="142875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8E08ACDA-2735-2DD4-371F-8090065BC85D}"/>
                </a:ext>
              </a:extLst>
            </p:cNvPr>
            <p:cNvSpPr/>
            <p:nvPr/>
          </p:nvSpPr>
          <p:spPr>
            <a:xfrm>
              <a:off x="7580887" y="142875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F91885F8-90D3-3BF3-374C-FF29493F9F2C}"/>
                </a:ext>
              </a:extLst>
            </p:cNvPr>
            <p:cNvSpPr/>
            <p:nvPr/>
          </p:nvSpPr>
          <p:spPr>
            <a:xfrm>
              <a:off x="7209412" y="142875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7F802AE9-FD3E-E37E-983B-ED2C64F93174}"/>
                </a:ext>
              </a:extLst>
            </p:cNvPr>
            <p:cNvSpPr/>
            <p:nvPr/>
          </p:nvSpPr>
          <p:spPr>
            <a:xfrm>
              <a:off x="4980562" y="105727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CF66EAB8-5723-95AF-351E-E65A7AEEA166}"/>
                </a:ext>
              </a:extLst>
            </p:cNvPr>
            <p:cNvSpPr/>
            <p:nvPr/>
          </p:nvSpPr>
          <p:spPr>
            <a:xfrm>
              <a:off x="5352037" y="105727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986F74F8-2736-15A2-3391-FC05BDAA63F3}"/>
                </a:ext>
              </a:extLst>
            </p:cNvPr>
            <p:cNvSpPr/>
            <p:nvPr/>
          </p:nvSpPr>
          <p:spPr>
            <a:xfrm>
              <a:off x="6094987" y="105727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F5AB29FE-AF50-3561-BC98-4F3BFDFCC3FC}"/>
                </a:ext>
              </a:extLst>
            </p:cNvPr>
            <p:cNvSpPr/>
            <p:nvPr/>
          </p:nvSpPr>
          <p:spPr>
            <a:xfrm>
              <a:off x="5723512" y="105727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4B7281FE-C796-008D-0A48-912E3C4C3A5C}"/>
                </a:ext>
              </a:extLst>
            </p:cNvPr>
            <p:cNvSpPr/>
            <p:nvPr/>
          </p:nvSpPr>
          <p:spPr>
            <a:xfrm>
              <a:off x="6466462" y="105727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F27D18F1-43CD-86F4-B4D8-3719B07D1FE4}"/>
                </a:ext>
              </a:extLst>
            </p:cNvPr>
            <p:cNvSpPr/>
            <p:nvPr/>
          </p:nvSpPr>
          <p:spPr>
            <a:xfrm>
              <a:off x="6837937" y="105727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69E79BAB-6E49-F110-DFF9-BFFC0850891A}"/>
                </a:ext>
              </a:extLst>
            </p:cNvPr>
            <p:cNvSpPr/>
            <p:nvPr/>
          </p:nvSpPr>
          <p:spPr>
            <a:xfrm>
              <a:off x="7580887" y="105727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C82BFCC8-44E3-8DCA-AD0F-62B373CE7D2D}"/>
                </a:ext>
              </a:extLst>
            </p:cNvPr>
            <p:cNvSpPr/>
            <p:nvPr/>
          </p:nvSpPr>
          <p:spPr>
            <a:xfrm>
              <a:off x="7209412" y="105727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E7C7B150-6955-1BB3-1064-D69CA6CAE1E6}"/>
                </a:ext>
              </a:extLst>
            </p:cNvPr>
            <p:cNvSpPr/>
            <p:nvPr/>
          </p:nvSpPr>
          <p:spPr>
            <a:xfrm>
              <a:off x="4980562" y="142875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339FD6A2-6CCA-4B56-B2CC-9D7F558FB8F0}"/>
                </a:ext>
              </a:extLst>
            </p:cNvPr>
            <p:cNvSpPr/>
            <p:nvPr/>
          </p:nvSpPr>
          <p:spPr>
            <a:xfrm>
              <a:off x="5352037" y="142875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4" name="Rectangle 283">
              <a:extLst>
                <a:ext uri="{FF2B5EF4-FFF2-40B4-BE49-F238E27FC236}">
                  <a16:creationId xmlns:a16="http://schemas.microsoft.com/office/drawing/2014/main" id="{81510382-792B-45FB-84EE-C81E263F019E}"/>
                </a:ext>
              </a:extLst>
            </p:cNvPr>
            <p:cNvSpPr/>
            <p:nvPr/>
          </p:nvSpPr>
          <p:spPr>
            <a:xfrm>
              <a:off x="6094987" y="142875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5" name="Rectangle 284">
              <a:extLst>
                <a:ext uri="{FF2B5EF4-FFF2-40B4-BE49-F238E27FC236}">
                  <a16:creationId xmlns:a16="http://schemas.microsoft.com/office/drawing/2014/main" id="{38D303F0-68DB-1AC9-D916-1BBBC51D1730}"/>
                </a:ext>
              </a:extLst>
            </p:cNvPr>
            <p:cNvSpPr/>
            <p:nvPr/>
          </p:nvSpPr>
          <p:spPr>
            <a:xfrm>
              <a:off x="5723512" y="142875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6" name="Rectangle 285">
              <a:extLst>
                <a:ext uri="{FF2B5EF4-FFF2-40B4-BE49-F238E27FC236}">
                  <a16:creationId xmlns:a16="http://schemas.microsoft.com/office/drawing/2014/main" id="{430213B0-0298-4395-43A3-8BEDC11F2B00}"/>
                </a:ext>
              </a:extLst>
            </p:cNvPr>
            <p:cNvSpPr/>
            <p:nvPr/>
          </p:nvSpPr>
          <p:spPr>
            <a:xfrm>
              <a:off x="6466462" y="142875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79000F36-65FC-25C2-AFD8-FC9D43D67C54}"/>
                </a:ext>
              </a:extLst>
            </p:cNvPr>
            <p:cNvSpPr/>
            <p:nvPr/>
          </p:nvSpPr>
          <p:spPr>
            <a:xfrm>
              <a:off x="6837937" y="142875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F73553A1-DE36-A019-3EFF-943E322863F7}"/>
                </a:ext>
              </a:extLst>
            </p:cNvPr>
            <p:cNvSpPr/>
            <p:nvPr/>
          </p:nvSpPr>
          <p:spPr>
            <a:xfrm>
              <a:off x="7580887" y="142875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F1F0C9D5-1548-38DF-F6E0-6E978AA4C1AE}"/>
                </a:ext>
              </a:extLst>
            </p:cNvPr>
            <p:cNvSpPr/>
            <p:nvPr/>
          </p:nvSpPr>
          <p:spPr>
            <a:xfrm>
              <a:off x="7209412" y="142875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D4BD4A91-D0C9-7E03-5649-3B96A70291D6}"/>
                </a:ext>
              </a:extLst>
            </p:cNvPr>
            <p:cNvSpPr/>
            <p:nvPr/>
          </p:nvSpPr>
          <p:spPr>
            <a:xfrm>
              <a:off x="4980562" y="180022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D26A93DA-9F91-696F-E78B-76E9BD0E500B}"/>
                </a:ext>
              </a:extLst>
            </p:cNvPr>
            <p:cNvSpPr/>
            <p:nvPr/>
          </p:nvSpPr>
          <p:spPr>
            <a:xfrm>
              <a:off x="5352037" y="180022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D7115E50-B593-747E-4A08-9F8C4BAFF38F}"/>
                </a:ext>
              </a:extLst>
            </p:cNvPr>
            <p:cNvSpPr/>
            <p:nvPr/>
          </p:nvSpPr>
          <p:spPr>
            <a:xfrm>
              <a:off x="6094987" y="180022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137843AA-1A84-CB0A-5963-58D86A861D6C}"/>
                </a:ext>
              </a:extLst>
            </p:cNvPr>
            <p:cNvSpPr/>
            <p:nvPr/>
          </p:nvSpPr>
          <p:spPr>
            <a:xfrm>
              <a:off x="5723512" y="180022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F63C0749-0C58-32B4-F605-8EB854A5C734}"/>
                </a:ext>
              </a:extLst>
            </p:cNvPr>
            <p:cNvSpPr/>
            <p:nvPr/>
          </p:nvSpPr>
          <p:spPr>
            <a:xfrm>
              <a:off x="6466462" y="180022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D4C047EA-2198-0ED8-40C3-18D259361C94}"/>
                </a:ext>
              </a:extLst>
            </p:cNvPr>
            <p:cNvSpPr/>
            <p:nvPr/>
          </p:nvSpPr>
          <p:spPr>
            <a:xfrm>
              <a:off x="6837937" y="180022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DC5E738F-4359-5103-E724-7A07FC5CD3DA}"/>
                </a:ext>
              </a:extLst>
            </p:cNvPr>
            <p:cNvSpPr/>
            <p:nvPr/>
          </p:nvSpPr>
          <p:spPr>
            <a:xfrm>
              <a:off x="7580887" y="180022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43160055-39CD-A727-F3A5-BFCF1D55FD03}"/>
                </a:ext>
              </a:extLst>
            </p:cNvPr>
            <p:cNvSpPr/>
            <p:nvPr/>
          </p:nvSpPr>
          <p:spPr>
            <a:xfrm>
              <a:off x="7209412" y="180022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F06D73A4-6EAD-2CE8-B870-E21498A39147}"/>
                </a:ext>
              </a:extLst>
            </p:cNvPr>
            <p:cNvSpPr/>
            <p:nvPr/>
          </p:nvSpPr>
          <p:spPr>
            <a:xfrm>
              <a:off x="4980562" y="217170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6BE5CF01-77BF-65CE-B272-DD3C171FCCA0}"/>
                </a:ext>
              </a:extLst>
            </p:cNvPr>
            <p:cNvSpPr/>
            <p:nvPr/>
          </p:nvSpPr>
          <p:spPr>
            <a:xfrm>
              <a:off x="5352037" y="217170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D4A1CA7B-9EB5-B9BA-CE4F-C97F869781F6}"/>
                </a:ext>
              </a:extLst>
            </p:cNvPr>
            <p:cNvSpPr/>
            <p:nvPr/>
          </p:nvSpPr>
          <p:spPr>
            <a:xfrm>
              <a:off x="6094987" y="217170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4C537FA6-D404-8AFC-2644-C71735A71229}"/>
                </a:ext>
              </a:extLst>
            </p:cNvPr>
            <p:cNvSpPr/>
            <p:nvPr/>
          </p:nvSpPr>
          <p:spPr>
            <a:xfrm>
              <a:off x="5723512" y="217170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79D5FB5B-D770-7307-B644-D3579B171854}"/>
                </a:ext>
              </a:extLst>
            </p:cNvPr>
            <p:cNvSpPr/>
            <p:nvPr/>
          </p:nvSpPr>
          <p:spPr>
            <a:xfrm>
              <a:off x="6466462" y="217170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A66EAA31-BD8E-94CF-A7F4-376531AA3BB2}"/>
                </a:ext>
              </a:extLst>
            </p:cNvPr>
            <p:cNvSpPr/>
            <p:nvPr/>
          </p:nvSpPr>
          <p:spPr>
            <a:xfrm>
              <a:off x="6837937" y="217170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BC0E29A4-3E2C-DF3C-5D07-49ED136E2321}"/>
                </a:ext>
              </a:extLst>
            </p:cNvPr>
            <p:cNvSpPr/>
            <p:nvPr/>
          </p:nvSpPr>
          <p:spPr>
            <a:xfrm>
              <a:off x="7580887" y="217170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4158E6F0-E93E-1ACC-43EC-246F4549C5B6}"/>
                </a:ext>
              </a:extLst>
            </p:cNvPr>
            <p:cNvSpPr/>
            <p:nvPr/>
          </p:nvSpPr>
          <p:spPr>
            <a:xfrm>
              <a:off x="7209412" y="217170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1CAA6736-AA12-877F-EC60-B19413AD51D1}"/>
                </a:ext>
              </a:extLst>
            </p:cNvPr>
            <p:cNvSpPr/>
            <p:nvPr/>
          </p:nvSpPr>
          <p:spPr>
            <a:xfrm>
              <a:off x="4980562" y="254317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7" name="Rectangle 306">
              <a:extLst>
                <a:ext uri="{FF2B5EF4-FFF2-40B4-BE49-F238E27FC236}">
                  <a16:creationId xmlns:a16="http://schemas.microsoft.com/office/drawing/2014/main" id="{3CE65E76-BA8A-AE4F-A006-7DB2D4AA25CA}"/>
                </a:ext>
              </a:extLst>
            </p:cNvPr>
            <p:cNvSpPr/>
            <p:nvPr/>
          </p:nvSpPr>
          <p:spPr>
            <a:xfrm>
              <a:off x="5352037" y="254317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7F28781B-5E60-3E9C-076F-D09015AD5297}"/>
                </a:ext>
              </a:extLst>
            </p:cNvPr>
            <p:cNvSpPr/>
            <p:nvPr/>
          </p:nvSpPr>
          <p:spPr>
            <a:xfrm>
              <a:off x="6094987" y="254317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59FDA83C-ADD4-4D7B-4AB3-050619041668}"/>
                </a:ext>
              </a:extLst>
            </p:cNvPr>
            <p:cNvSpPr/>
            <p:nvPr/>
          </p:nvSpPr>
          <p:spPr>
            <a:xfrm>
              <a:off x="5723512" y="254317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5B633778-7223-6551-6530-AC0796AD8902}"/>
                </a:ext>
              </a:extLst>
            </p:cNvPr>
            <p:cNvSpPr/>
            <p:nvPr/>
          </p:nvSpPr>
          <p:spPr>
            <a:xfrm>
              <a:off x="6466462" y="254317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610FEEF7-A87E-DD8B-63F7-AB21A2BBD1FD}"/>
                </a:ext>
              </a:extLst>
            </p:cNvPr>
            <p:cNvSpPr/>
            <p:nvPr/>
          </p:nvSpPr>
          <p:spPr>
            <a:xfrm>
              <a:off x="6837937" y="254317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3DA60D7B-278E-BD21-EDF1-5D0EC7956264}"/>
                </a:ext>
              </a:extLst>
            </p:cNvPr>
            <p:cNvSpPr/>
            <p:nvPr/>
          </p:nvSpPr>
          <p:spPr>
            <a:xfrm>
              <a:off x="7580887" y="254317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77914B51-889D-AD09-2EE1-C56668A0C224}"/>
                </a:ext>
              </a:extLst>
            </p:cNvPr>
            <p:cNvSpPr/>
            <p:nvPr/>
          </p:nvSpPr>
          <p:spPr>
            <a:xfrm>
              <a:off x="7209412" y="254317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A21CDE52-193E-3F64-9D13-DAD68467636D}"/>
                </a:ext>
              </a:extLst>
            </p:cNvPr>
            <p:cNvSpPr/>
            <p:nvPr/>
          </p:nvSpPr>
          <p:spPr>
            <a:xfrm>
              <a:off x="4980562" y="291465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5" name="Rectangle 314">
              <a:extLst>
                <a:ext uri="{FF2B5EF4-FFF2-40B4-BE49-F238E27FC236}">
                  <a16:creationId xmlns:a16="http://schemas.microsoft.com/office/drawing/2014/main" id="{3AFE1EAA-0261-98CC-5A41-E7ABA8592455}"/>
                </a:ext>
              </a:extLst>
            </p:cNvPr>
            <p:cNvSpPr/>
            <p:nvPr/>
          </p:nvSpPr>
          <p:spPr>
            <a:xfrm>
              <a:off x="5352037" y="291465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6" name="Rectangle 315">
              <a:extLst>
                <a:ext uri="{FF2B5EF4-FFF2-40B4-BE49-F238E27FC236}">
                  <a16:creationId xmlns:a16="http://schemas.microsoft.com/office/drawing/2014/main" id="{211B1DAB-8A30-C860-51C3-707683A25A60}"/>
                </a:ext>
              </a:extLst>
            </p:cNvPr>
            <p:cNvSpPr/>
            <p:nvPr/>
          </p:nvSpPr>
          <p:spPr>
            <a:xfrm>
              <a:off x="6094987" y="291465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DE7F625E-249F-B197-4D4A-6FF6337B08A3}"/>
                </a:ext>
              </a:extLst>
            </p:cNvPr>
            <p:cNvSpPr/>
            <p:nvPr/>
          </p:nvSpPr>
          <p:spPr>
            <a:xfrm>
              <a:off x="5723512" y="291465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8" name="Rectangle 317">
              <a:extLst>
                <a:ext uri="{FF2B5EF4-FFF2-40B4-BE49-F238E27FC236}">
                  <a16:creationId xmlns:a16="http://schemas.microsoft.com/office/drawing/2014/main" id="{AAD8848E-9B88-D1BA-C89A-FA818702B9E0}"/>
                </a:ext>
              </a:extLst>
            </p:cNvPr>
            <p:cNvSpPr/>
            <p:nvPr/>
          </p:nvSpPr>
          <p:spPr>
            <a:xfrm>
              <a:off x="6466462" y="291465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9" name="Rectangle 318">
              <a:extLst>
                <a:ext uri="{FF2B5EF4-FFF2-40B4-BE49-F238E27FC236}">
                  <a16:creationId xmlns:a16="http://schemas.microsoft.com/office/drawing/2014/main" id="{5B67D48E-49BA-6420-74E4-705CDE5C3F52}"/>
                </a:ext>
              </a:extLst>
            </p:cNvPr>
            <p:cNvSpPr/>
            <p:nvPr/>
          </p:nvSpPr>
          <p:spPr>
            <a:xfrm>
              <a:off x="6837937" y="291465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0" name="Rectangle 319">
              <a:extLst>
                <a:ext uri="{FF2B5EF4-FFF2-40B4-BE49-F238E27FC236}">
                  <a16:creationId xmlns:a16="http://schemas.microsoft.com/office/drawing/2014/main" id="{BBF79226-A8FC-6CA6-9F3D-E1178B27BC2B}"/>
                </a:ext>
              </a:extLst>
            </p:cNvPr>
            <p:cNvSpPr/>
            <p:nvPr/>
          </p:nvSpPr>
          <p:spPr>
            <a:xfrm>
              <a:off x="7580887" y="291465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1" name="Rectangle 320">
              <a:extLst>
                <a:ext uri="{FF2B5EF4-FFF2-40B4-BE49-F238E27FC236}">
                  <a16:creationId xmlns:a16="http://schemas.microsoft.com/office/drawing/2014/main" id="{172DD0F3-D155-D72F-729C-78E845DD6942}"/>
                </a:ext>
              </a:extLst>
            </p:cNvPr>
            <p:cNvSpPr/>
            <p:nvPr/>
          </p:nvSpPr>
          <p:spPr>
            <a:xfrm>
              <a:off x="7209412" y="291465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D1E0C2CD-08E1-E6BE-2307-C416997016BE}"/>
                </a:ext>
              </a:extLst>
            </p:cNvPr>
            <p:cNvSpPr/>
            <p:nvPr/>
          </p:nvSpPr>
          <p:spPr>
            <a:xfrm>
              <a:off x="4980562" y="254317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3" name="Rectangle 322">
              <a:extLst>
                <a:ext uri="{FF2B5EF4-FFF2-40B4-BE49-F238E27FC236}">
                  <a16:creationId xmlns:a16="http://schemas.microsoft.com/office/drawing/2014/main" id="{8CEC6150-DC41-DA93-54F2-F84EF7F6BB86}"/>
                </a:ext>
              </a:extLst>
            </p:cNvPr>
            <p:cNvSpPr/>
            <p:nvPr/>
          </p:nvSpPr>
          <p:spPr>
            <a:xfrm>
              <a:off x="5352037" y="254317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EA43A687-7678-2D4D-6762-035CE7CDEAA1}"/>
                </a:ext>
              </a:extLst>
            </p:cNvPr>
            <p:cNvSpPr/>
            <p:nvPr/>
          </p:nvSpPr>
          <p:spPr>
            <a:xfrm>
              <a:off x="6094987" y="254317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5" name="Rectangle 324">
              <a:extLst>
                <a:ext uri="{FF2B5EF4-FFF2-40B4-BE49-F238E27FC236}">
                  <a16:creationId xmlns:a16="http://schemas.microsoft.com/office/drawing/2014/main" id="{642B8891-6A00-8CBA-9F5C-1151A320F777}"/>
                </a:ext>
              </a:extLst>
            </p:cNvPr>
            <p:cNvSpPr/>
            <p:nvPr/>
          </p:nvSpPr>
          <p:spPr>
            <a:xfrm>
              <a:off x="5723512" y="254317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6" name="Rectangle 325">
              <a:extLst>
                <a:ext uri="{FF2B5EF4-FFF2-40B4-BE49-F238E27FC236}">
                  <a16:creationId xmlns:a16="http://schemas.microsoft.com/office/drawing/2014/main" id="{05F01C47-7CE4-30A9-D5EE-EADFE1E17138}"/>
                </a:ext>
              </a:extLst>
            </p:cNvPr>
            <p:cNvSpPr/>
            <p:nvPr/>
          </p:nvSpPr>
          <p:spPr>
            <a:xfrm>
              <a:off x="6466462" y="254317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7" name="Rectangle 326">
              <a:extLst>
                <a:ext uri="{FF2B5EF4-FFF2-40B4-BE49-F238E27FC236}">
                  <a16:creationId xmlns:a16="http://schemas.microsoft.com/office/drawing/2014/main" id="{5BFC2867-5DA3-0232-A23B-F72A6B7B53C9}"/>
                </a:ext>
              </a:extLst>
            </p:cNvPr>
            <p:cNvSpPr/>
            <p:nvPr/>
          </p:nvSpPr>
          <p:spPr>
            <a:xfrm>
              <a:off x="6837937" y="254317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8" name="Rectangle 327">
              <a:extLst>
                <a:ext uri="{FF2B5EF4-FFF2-40B4-BE49-F238E27FC236}">
                  <a16:creationId xmlns:a16="http://schemas.microsoft.com/office/drawing/2014/main" id="{050FFAF1-1C2F-F3D3-E82F-719963096BE8}"/>
                </a:ext>
              </a:extLst>
            </p:cNvPr>
            <p:cNvSpPr/>
            <p:nvPr/>
          </p:nvSpPr>
          <p:spPr>
            <a:xfrm>
              <a:off x="7580887" y="254317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75B878B9-8C0B-A3FD-7DCA-3C3BB8617A8C}"/>
                </a:ext>
              </a:extLst>
            </p:cNvPr>
            <p:cNvSpPr/>
            <p:nvPr/>
          </p:nvSpPr>
          <p:spPr>
            <a:xfrm>
              <a:off x="7209412" y="254317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0" name="Rectangle 329">
              <a:extLst>
                <a:ext uri="{FF2B5EF4-FFF2-40B4-BE49-F238E27FC236}">
                  <a16:creationId xmlns:a16="http://schemas.microsoft.com/office/drawing/2014/main" id="{0CF08C2C-D899-4492-7824-09C1C16D45A9}"/>
                </a:ext>
              </a:extLst>
            </p:cNvPr>
            <p:cNvSpPr/>
            <p:nvPr/>
          </p:nvSpPr>
          <p:spPr>
            <a:xfrm>
              <a:off x="4980562" y="291465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609E841D-E991-B391-5AAE-1E67B1FC95DF}"/>
                </a:ext>
              </a:extLst>
            </p:cNvPr>
            <p:cNvSpPr/>
            <p:nvPr/>
          </p:nvSpPr>
          <p:spPr>
            <a:xfrm>
              <a:off x="5352037" y="291465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2" name="Rectangle 331">
              <a:extLst>
                <a:ext uri="{FF2B5EF4-FFF2-40B4-BE49-F238E27FC236}">
                  <a16:creationId xmlns:a16="http://schemas.microsoft.com/office/drawing/2014/main" id="{46A9EE41-F46A-ABBB-D78C-73478D2BF71A}"/>
                </a:ext>
              </a:extLst>
            </p:cNvPr>
            <p:cNvSpPr/>
            <p:nvPr/>
          </p:nvSpPr>
          <p:spPr>
            <a:xfrm>
              <a:off x="6094987" y="291465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3" name="Rectangle 332">
              <a:extLst>
                <a:ext uri="{FF2B5EF4-FFF2-40B4-BE49-F238E27FC236}">
                  <a16:creationId xmlns:a16="http://schemas.microsoft.com/office/drawing/2014/main" id="{EE8E074D-433D-0C73-6EA5-6C60421C10A6}"/>
                </a:ext>
              </a:extLst>
            </p:cNvPr>
            <p:cNvSpPr/>
            <p:nvPr/>
          </p:nvSpPr>
          <p:spPr>
            <a:xfrm>
              <a:off x="5723512" y="291465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4" name="Rectangle 333">
              <a:extLst>
                <a:ext uri="{FF2B5EF4-FFF2-40B4-BE49-F238E27FC236}">
                  <a16:creationId xmlns:a16="http://schemas.microsoft.com/office/drawing/2014/main" id="{769F74DD-8D3C-AD23-6285-29E0E4CE167F}"/>
                </a:ext>
              </a:extLst>
            </p:cNvPr>
            <p:cNvSpPr/>
            <p:nvPr/>
          </p:nvSpPr>
          <p:spPr>
            <a:xfrm>
              <a:off x="6466462" y="291465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04BA43FD-CA68-9E8D-F72A-93CC89749612}"/>
                </a:ext>
              </a:extLst>
            </p:cNvPr>
            <p:cNvSpPr/>
            <p:nvPr/>
          </p:nvSpPr>
          <p:spPr>
            <a:xfrm>
              <a:off x="6837937" y="291465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6" name="Rectangle 335">
              <a:extLst>
                <a:ext uri="{FF2B5EF4-FFF2-40B4-BE49-F238E27FC236}">
                  <a16:creationId xmlns:a16="http://schemas.microsoft.com/office/drawing/2014/main" id="{2BC05A22-DABC-3BE1-06C9-74789297027C}"/>
                </a:ext>
              </a:extLst>
            </p:cNvPr>
            <p:cNvSpPr/>
            <p:nvPr/>
          </p:nvSpPr>
          <p:spPr>
            <a:xfrm>
              <a:off x="7580887" y="291465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4A33B761-4E44-2624-A88E-97340609C082}"/>
                </a:ext>
              </a:extLst>
            </p:cNvPr>
            <p:cNvSpPr/>
            <p:nvPr/>
          </p:nvSpPr>
          <p:spPr>
            <a:xfrm>
              <a:off x="7209412" y="291465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1E260CBB-DC91-3BE6-6E5A-59013C928FA3}"/>
                </a:ext>
              </a:extLst>
            </p:cNvPr>
            <p:cNvSpPr/>
            <p:nvPr/>
          </p:nvSpPr>
          <p:spPr>
            <a:xfrm>
              <a:off x="4980562" y="328612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9" name="Rectangle 338">
              <a:extLst>
                <a:ext uri="{FF2B5EF4-FFF2-40B4-BE49-F238E27FC236}">
                  <a16:creationId xmlns:a16="http://schemas.microsoft.com/office/drawing/2014/main" id="{D0B7E880-A47D-8F9F-D54E-9048072591A8}"/>
                </a:ext>
              </a:extLst>
            </p:cNvPr>
            <p:cNvSpPr/>
            <p:nvPr/>
          </p:nvSpPr>
          <p:spPr>
            <a:xfrm>
              <a:off x="5352037" y="328612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0" name="Rectangle 339">
              <a:extLst>
                <a:ext uri="{FF2B5EF4-FFF2-40B4-BE49-F238E27FC236}">
                  <a16:creationId xmlns:a16="http://schemas.microsoft.com/office/drawing/2014/main" id="{5C6A168B-9AE4-6620-A3E4-E094E68A320A}"/>
                </a:ext>
              </a:extLst>
            </p:cNvPr>
            <p:cNvSpPr/>
            <p:nvPr/>
          </p:nvSpPr>
          <p:spPr>
            <a:xfrm>
              <a:off x="6094987" y="328612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1" name="Rectangle 340">
              <a:extLst>
                <a:ext uri="{FF2B5EF4-FFF2-40B4-BE49-F238E27FC236}">
                  <a16:creationId xmlns:a16="http://schemas.microsoft.com/office/drawing/2014/main" id="{722AF6B5-9C62-7DD6-C244-608F5204B049}"/>
                </a:ext>
              </a:extLst>
            </p:cNvPr>
            <p:cNvSpPr/>
            <p:nvPr/>
          </p:nvSpPr>
          <p:spPr>
            <a:xfrm>
              <a:off x="5723512" y="328612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2" name="Rectangle 341">
              <a:extLst>
                <a:ext uri="{FF2B5EF4-FFF2-40B4-BE49-F238E27FC236}">
                  <a16:creationId xmlns:a16="http://schemas.microsoft.com/office/drawing/2014/main" id="{FC52D102-7425-3EC0-1C92-B35C176A8047}"/>
                </a:ext>
              </a:extLst>
            </p:cNvPr>
            <p:cNvSpPr/>
            <p:nvPr/>
          </p:nvSpPr>
          <p:spPr>
            <a:xfrm>
              <a:off x="6466462" y="328612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3" name="Rectangle 342">
              <a:extLst>
                <a:ext uri="{FF2B5EF4-FFF2-40B4-BE49-F238E27FC236}">
                  <a16:creationId xmlns:a16="http://schemas.microsoft.com/office/drawing/2014/main" id="{6DD80137-2FE0-A6A8-6E88-73E569EB4232}"/>
                </a:ext>
              </a:extLst>
            </p:cNvPr>
            <p:cNvSpPr/>
            <p:nvPr/>
          </p:nvSpPr>
          <p:spPr>
            <a:xfrm>
              <a:off x="6837937" y="328612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81F66B06-AB40-07B4-E251-A5E8376F2085}"/>
                </a:ext>
              </a:extLst>
            </p:cNvPr>
            <p:cNvSpPr/>
            <p:nvPr/>
          </p:nvSpPr>
          <p:spPr>
            <a:xfrm>
              <a:off x="7580887" y="328612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5" name="Rectangle 344">
              <a:extLst>
                <a:ext uri="{FF2B5EF4-FFF2-40B4-BE49-F238E27FC236}">
                  <a16:creationId xmlns:a16="http://schemas.microsoft.com/office/drawing/2014/main" id="{643BD3FF-D117-5053-FACF-1A9FB46610E5}"/>
                </a:ext>
              </a:extLst>
            </p:cNvPr>
            <p:cNvSpPr/>
            <p:nvPr/>
          </p:nvSpPr>
          <p:spPr>
            <a:xfrm>
              <a:off x="7209412" y="3286125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id="{89BA8B0D-5C98-4D82-B32F-290B3A5EC2AC}"/>
                </a:ext>
              </a:extLst>
            </p:cNvPr>
            <p:cNvSpPr/>
            <p:nvPr/>
          </p:nvSpPr>
          <p:spPr>
            <a:xfrm>
              <a:off x="4980562" y="365760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7" name="Rectangle 346">
              <a:extLst>
                <a:ext uri="{FF2B5EF4-FFF2-40B4-BE49-F238E27FC236}">
                  <a16:creationId xmlns:a16="http://schemas.microsoft.com/office/drawing/2014/main" id="{371CA7B1-5702-B21A-271C-733E2EAB6E1C}"/>
                </a:ext>
              </a:extLst>
            </p:cNvPr>
            <p:cNvSpPr/>
            <p:nvPr/>
          </p:nvSpPr>
          <p:spPr>
            <a:xfrm>
              <a:off x="5352037" y="365760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8" name="Rectangle 347">
              <a:extLst>
                <a:ext uri="{FF2B5EF4-FFF2-40B4-BE49-F238E27FC236}">
                  <a16:creationId xmlns:a16="http://schemas.microsoft.com/office/drawing/2014/main" id="{2C9789A7-8FAC-2D3F-9D7B-A64EE91B0B1D}"/>
                </a:ext>
              </a:extLst>
            </p:cNvPr>
            <p:cNvSpPr/>
            <p:nvPr/>
          </p:nvSpPr>
          <p:spPr>
            <a:xfrm>
              <a:off x="6094987" y="365760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9" name="Rectangle 348">
              <a:extLst>
                <a:ext uri="{FF2B5EF4-FFF2-40B4-BE49-F238E27FC236}">
                  <a16:creationId xmlns:a16="http://schemas.microsoft.com/office/drawing/2014/main" id="{009C34A2-B27E-B6C8-E3FD-7AEF860482C1}"/>
                </a:ext>
              </a:extLst>
            </p:cNvPr>
            <p:cNvSpPr/>
            <p:nvPr/>
          </p:nvSpPr>
          <p:spPr>
            <a:xfrm>
              <a:off x="5723512" y="365760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0" name="Rectangle 349">
              <a:extLst>
                <a:ext uri="{FF2B5EF4-FFF2-40B4-BE49-F238E27FC236}">
                  <a16:creationId xmlns:a16="http://schemas.microsoft.com/office/drawing/2014/main" id="{889118E1-CA27-B110-F94C-0A58271E403C}"/>
                </a:ext>
              </a:extLst>
            </p:cNvPr>
            <p:cNvSpPr/>
            <p:nvPr/>
          </p:nvSpPr>
          <p:spPr>
            <a:xfrm>
              <a:off x="6466462" y="365760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1" name="Rectangle 350">
              <a:extLst>
                <a:ext uri="{FF2B5EF4-FFF2-40B4-BE49-F238E27FC236}">
                  <a16:creationId xmlns:a16="http://schemas.microsoft.com/office/drawing/2014/main" id="{F6398681-DF7B-F81F-1798-D20CABFC248B}"/>
                </a:ext>
              </a:extLst>
            </p:cNvPr>
            <p:cNvSpPr/>
            <p:nvPr/>
          </p:nvSpPr>
          <p:spPr>
            <a:xfrm>
              <a:off x="6837937" y="365760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2" name="Rectangle 351">
              <a:extLst>
                <a:ext uri="{FF2B5EF4-FFF2-40B4-BE49-F238E27FC236}">
                  <a16:creationId xmlns:a16="http://schemas.microsoft.com/office/drawing/2014/main" id="{23B93F2E-A945-EA0F-00AF-7B59FDE95310}"/>
                </a:ext>
              </a:extLst>
            </p:cNvPr>
            <p:cNvSpPr/>
            <p:nvPr/>
          </p:nvSpPr>
          <p:spPr>
            <a:xfrm>
              <a:off x="7580887" y="365760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id="{B3E484EB-9533-1FA7-B554-D831BA3113CF}"/>
                </a:ext>
              </a:extLst>
            </p:cNvPr>
            <p:cNvSpPr/>
            <p:nvPr/>
          </p:nvSpPr>
          <p:spPr>
            <a:xfrm>
              <a:off x="7209412" y="3657600"/>
              <a:ext cx="371475" cy="371475"/>
            </a:xfrm>
            <a:prstGeom prst="rect">
              <a:avLst/>
            </a:prstGeom>
            <a:grpFill/>
            <a:ln>
              <a:solidFill>
                <a:srgbClr val="FFC000">
                  <a:alpha val="37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A873F231-189C-DEDC-DCDF-7BCD935A9304}"/>
              </a:ext>
            </a:extLst>
          </p:cNvPr>
          <p:cNvGrpSpPr/>
          <p:nvPr/>
        </p:nvGrpSpPr>
        <p:grpSpPr>
          <a:xfrm>
            <a:off x="6467616" y="2541840"/>
            <a:ext cx="6480" cy="360"/>
            <a:chOff x="6467616" y="2541840"/>
            <a:chExt cx="648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93DA207F-547A-7C7E-17D1-923D367808E5}"/>
                    </a:ext>
                  </a:extLst>
                </p14:cNvPr>
                <p14:cNvContentPartPr/>
                <p14:nvPr/>
              </p14:nvContentPartPr>
              <p14:xfrm>
                <a:off x="6467616" y="2541840"/>
                <a:ext cx="360" cy="36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93DA207F-547A-7C7E-17D1-923D367808E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458976" y="25332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0DE13655-251F-E820-281F-E98F40879917}"/>
                    </a:ext>
                  </a:extLst>
                </p14:cNvPr>
                <p14:cNvContentPartPr/>
                <p14:nvPr/>
              </p14:nvContentPartPr>
              <p14:xfrm>
                <a:off x="6467616" y="2541840"/>
                <a:ext cx="360" cy="36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0DE13655-251F-E820-281F-E98F4087991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458976" y="25332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39F12D50-729E-51FE-A016-A200BA4014D0}"/>
                    </a:ext>
                  </a:extLst>
                </p14:cNvPr>
                <p14:cNvContentPartPr/>
                <p14:nvPr/>
              </p14:nvContentPartPr>
              <p14:xfrm>
                <a:off x="6473736" y="2541840"/>
                <a:ext cx="360" cy="36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39F12D50-729E-51FE-A016-A200BA4014D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465096" y="25332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FE7B6D82-CD75-74EA-0EE6-A01887029706}"/>
                    </a:ext>
                  </a:extLst>
                </p14:cNvPr>
                <p14:cNvContentPartPr/>
                <p14:nvPr/>
              </p14:nvContentPartPr>
              <p14:xfrm>
                <a:off x="6473736" y="2541840"/>
                <a:ext cx="360" cy="36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FE7B6D82-CD75-74EA-0EE6-A0188702970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465096" y="25332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944AEB4B-322F-54F4-971F-6DF9143B615A}"/>
                    </a:ext>
                  </a:extLst>
                </p14:cNvPr>
                <p14:cNvContentPartPr/>
                <p14:nvPr/>
              </p14:nvContentPartPr>
              <p14:xfrm>
                <a:off x="6473736" y="2541840"/>
                <a:ext cx="360" cy="36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944AEB4B-322F-54F4-971F-6DF9143B615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465096" y="25332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0" name="Group 459">
            <a:extLst>
              <a:ext uri="{FF2B5EF4-FFF2-40B4-BE49-F238E27FC236}">
                <a16:creationId xmlns:a16="http://schemas.microsoft.com/office/drawing/2014/main" id="{977C6F89-E68B-534F-FAB9-31DE44D7E0DE}"/>
              </a:ext>
            </a:extLst>
          </p:cNvPr>
          <p:cNvGrpSpPr/>
          <p:nvPr/>
        </p:nvGrpSpPr>
        <p:grpSpPr>
          <a:xfrm rot="924350">
            <a:off x="2386374" y="1129716"/>
            <a:ext cx="2208524" cy="2031292"/>
            <a:chOff x="1828800" y="1057275"/>
            <a:chExt cx="2971800" cy="2971800"/>
          </a:xfrm>
          <a:solidFill>
            <a:srgbClr val="7030A0">
              <a:alpha val="33000"/>
            </a:srgbClr>
          </a:solidFill>
        </p:grpSpPr>
        <p:sp>
          <p:nvSpPr>
            <p:cNvPr id="461" name="Rectangle 460">
              <a:extLst>
                <a:ext uri="{FF2B5EF4-FFF2-40B4-BE49-F238E27FC236}">
                  <a16:creationId xmlns:a16="http://schemas.microsoft.com/office/drawing/2014/main" id="{116FDC52-23C1-E6AE-00DC-8986A1EBA893}"/>
                </a:ext>
              </a:extLst>
            </p:cNvPr>
            <p:cNvSpPr/>
            <p:nvPr/>
          </p:nvSpPr>
          <p:spPr>
            <a:xfrm>
              <a:off x="1828800" y="105727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32346" y="-14418"/>
                    <a:pt x="198449" y="36178"/>
                    <a:pt x="371475" y="0"/>
                  </a:cubicBezTo>
                  <a:cubicBezTo>
                    <a:pt x="382354" y="156028"/>
                    <a:pt x="350172" y="270816"/>
                    <a:pt x="371475" y="371475"/>
                  </a:cubicBezTo>
                  <a:cubicBezTo>
                    <a:pt x="278728" y="414193"/>
                    <a:pt x="144836" y="350070"/>
                    <a:pt x="0" y="371475"/>
                  </a:cubicBezTo>
                  <a:cubicBezTo>
                    <a:pt x="-39788" y="262286"/>
                    <a:pt x="36950" y="177063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01514" y="-17365"/>
                    <a:pt x="260686" y="9905"/>
                    <a:pt x="371475" y="0"/>
                  </a:cubicBezTo>
                  <a:cubicBezTo>
                    <a:pt x="414787" y="169075"/>
                    <a:pt x="341101" y="283535"/>
                    <a:pt x="371475" y="371475"/>
                  </a:cubicBezTo>
                  <a:cubicBezTo>
                    <a:pt x="277030" y="379913"/>
                    <a:pt x="83057" y="336295"/>
                    <a:pt x="0" y="371475"/>
                  </a:cubicBezTo>
                  <a:cubicBezTo>
                    <a:pt x="-18310" y="206617"/>
                    <a:pt x="5293" y="109148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2" name="Rectangle 461">
              <a:extLst>
                <a:ext uri="{FF2B5EF4-FFF2-40B4-BE49-F238E27FC236}">
                  <a16:creationId xmlns:a16="http://schemas.microsoft.com/office/drawing/2014/main" id="{A27F5E2E-B99F-5DFF-1D16-609BBC14E403}"/>
                </a:ext>
              </a:extLst>
            </p:cNvPr>
            <p:cNvSpPr/>
            <p:nvPr/>
          </p:nvSpPr>
          <p:spPr>
            <a:xfrm>
              <a:off x="2200275" y="105727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75099" y="-17821"/>
                    <a:pt x="232475" y="21764"/>
                    <a:pt x="371475" y="0"/>
                  </a:cubicBezTo>
                  <a:cubicBezTo>
                    <a:pt x="391651" y="101025"/>
                    <a:pt x="355126" y="236051"/>
                    <a:pt x="371475" y="371475"/>
                  </a:cubicBezTo>
                  <a:cubicBezTo>
                    <a:pt x="243274" y="402414"/>
                    <a:pt x="134333" y="328572"/>
                    <a:pt x="0" y="371475"/>
                  </a:cubicBezTo>
                  <a:cubicBezTo>
                    <a:pt x="-14762" y="244927"/>
                    <a:pt x="476" y="106623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84596" y="-36809"/>
                    <a:pt x="240676" y="4922"/>
                    <a:pt x="371475" y="0"/>
                  </a:cubicBezTo>
                  <a:cubicBezTo>
                    <a:pt x="383363" y="111725"/>
                    <a:pt x="364131" y="238542"/>
                    <a:pt x="371475" y="371475"/>
                  </a:cubicBezTo>
                  <a:cubicBezTo>
                    <a:pt x="220299" y="376758"/>
                    <a:pt x="152874" y="360517"/>
                    <a:pt x="0" y="371475"/>
                  </a:cubicBezTo>
                  <a:cubicBezTo>
                    <a:pt x="-15945" y="217459"/>
                    <a:pt x="25371" y="142431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670402538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3" name="Rectangle 462">
              <a:extLst>
                <a:ext uri="{FF2B5EF4-FFF2-40B4-BE49-F238E27FC236}">
                  <a16:creationId xmlns:a16="http://schemas.microsoft.com/office/drawing/2014/main" id="{0AACB0A5-8C33-6496-7B8F-66416D6A16A5}"/>
                </a:ext>
              </a:extLst>
            </p:cNvPr>
            <p:cNvSpPr/>
            <p:nvPr/>
          </p:nvSpPr>
          <p:spPr>
            <a:xfrm>
              <a:off x="2943225" y="105727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07890" y="-42158"/>
                    <a:pt x="282686" y="40189"/>
                    <a:pt x="371475" y="0"/>
                  </a:cubicBezTo>
                  <a:cubicBezTo>
                    <a:pt x="396387" y="164024"/>
                    <a:pt x="360923" y="214080"/>
                    <a:pt x="371475" y="371475"/>
                  </a:cubicBezTo>
                  <a:cubicBezTo>
                    <a:pt x="264051" y="379524"/>
                    <a:pt x="182866" y="334788"/>
                    <a:pt x="0" y="371475"/>
                  </a:cubicBezTo>
                  <a:cubicBezTo>
                    <a:pt x="-9263" y="201215"/>
                    <a:pt x="21940" y="161658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17903" y="-27240"/>
                    <a:pt x="270073" y="5146"/>
                    <a:pt x="371475" y="0"/>
                  </a:cubicBezTo>
                  <a:cubicBezTo>
                    <a:pt x="386118" y="131154"/>
                    <a:pt x="357016" y="243290"/>
                    <a:pt x="371475" y="371475"/>
                  </a:cubicBezTo>
                  <a:cubicBezTo>
                    <a:pt x="273007" y="382501"/>
                    <a:pt x="183469" y="356129"/>
                    <a:pt x="0" y="371475"/>
                  </a:cubicBezTo>
                  <a:cubicBezTo>
                    <a:pt x="-22149" y="190165"/>
                    <a:pt x="24116" y="124457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927782525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4" name="Rectangle 463">
              <a:extLst>
                <a:ext uri="{FF2B5EF4-FFF2-40B4-BE49-F238E27FC236}">
                  <a16:creationId xmlns:a16="http://schemas.microsoft.com/office/drawing/2014/main" id="{13E186A7-21C2-E985-1ABB-8DB41610DB00}"/>
                </a:ext>
              </a:extLst>
            </p:cNvPr>
            <p:cNvSpPr/>
            <p:nvPr/>
          </p:nvSpPr>
          <p:spPr>
            <a:xfrm>
              <a:off x="2571750" y="105727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78650" y="-31190"/>
                    <a:pt x="274305" y="20457"/>
                    <a:pt x="371475" y="0"/>
                  </a:cubicBezTo>
                  <a:cubicBezTo>
                    <a:pt x="393835" y="173218"/>
                    <a:pt x="327920" y="205139"/>
                    <a:pt x="371475" y="371475"/>
                  </a:cubicBezTo>
                  <a:cubicBezTo>
                    <a:pt x="291747" y="388583"/>
                    <a:pt x="100558" y="361851"/>
                    <a:pt x="0" y="371475"/>
                  </a:cubicBezTo>
                  <a:cubicBezTo>
                    <a:pt x="-4818" y="271643"/>
                    <a:pt x="5332" y="175513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48131" y="-9453"/>
                    <a:pt x="192063" y="16457"/>
                    <a:pt x="371475" y="0"/>
                  </a:cubicBezTo>
                  <a:cubicBezTo>
                    <a:pt x="373696" y="152836"/>
                    <a:pt x="359347" y="271362"/>
                    <a:pt x="371475" y="371475"/>
                  </a:cubicBezTo>
                  <a:cubicBezTo>
                    <a:pt x="273171" y="408442"/>
                    <a:pt x="101351" y="368912"/>
                    <a:pt x="0" y="371475"/>
                  </a:cubicBezTo>
                  <a:cubicBezTo>
                    <a:pt x="-13969" y="202518"/>
                    <a:pt x="11880" y="84950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999097943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5" name="Rectangle 464">
              <a:extLst>
                <a:ext uri="{FF2B5EF4-FFF2-40B4-BE49-F238E27FC236}">
                  <a16:creationId xmlns:a16="http://schemas.microsoft.com/office/drawing/2014/main" id="{2887FCE3-62E9-34A7-53E1-C426D6F1EBE6}"/>
                </a:ext>
              </a:extLst>
            </p:cNvPr>
            <p:cNvSpPr/>
            <p:nvPr/>
          </p:nvSpPr>
          <p:spPr>
            <a:xfrm>
              <a:off x="3314700" y="105727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95699" y="-41408"/>
                    <a:pt x="233989" y="1913"/>
                    <a:pt x="371475" y="0"/>
                  </a:cubicBezTo>
                  <a:cubicBezTo>
                    <a:pt x="396698" y="175739"/>
                    <a:pt x="367737" y="287095"/>
                    <a:pt x="371475" y="371475"/>
                  </a:cubicBezTo>
                  <a:cubicBezTo>
                    <a:pt x="263378" y="387666"/>
                    <a:pt x="93308" y="356640"/>
                    <a:pt x="0" y="371475"/>
                  </a:cubicBezTo>
                  <a:cubicBezTo>
                    <a:pt x="-22948" y="278761"/>
                    <a:pt x="8108" y="84464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81369" y="-16580"/>
                    <a:pt x="185777" y="3188"/>
                    <a:pt x="371475" y="0"/>
                  </a:cubicBezTo>
                  <a:cubicBezTo>
                    <a:pt x="391184" y="162618"/>
                    <a:pt x="341044" y="262676"/>
                    <a:pt x="371475" y="371475"/>
                  </a:cubicBezTo>
                  <a:cubicBezTo>
                    <a:pt x="261999" y="408888"/>
                    <a:pt x="119594" y="333825"/>
                    <a:pt x="0" y="371475"/>
                  </a:cubicBezTo>
                  <a:cubicBezTo>
                    <a:pt x="-31794" y="224128"/>
                    <a:pt x="17007" y="181058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155858161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6" name="Rectangle 465">
              <a:extLst>
                <a:ext uri="{FF2B5EF4-FFF2-40B4-BE49-F238E27FC236}">
                  <a16:creationId xmlns:a16="http://schemas.microsoft.com/office/drawing/2014/main" id="{84EBFC3E-5527-24B2-5C2A-3A77735925EC}"/>
                </a:ext>
              </a:extLst>
            </p:cNvPr>
            <p:cNvSpPr/>
            <p:nvPr/>
          </p:nvSpPr>
          <p:spPr>
            <a:xfrm>
              <a:off x="3686175" y="105727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49729" y="-31817"/>
                    <a:pt x="290340" y="13946"/>
                    <a:pt x="371475" y="0"/>
                  </a:cubicBezTo>
                  <a:cubicBezTo>
                    <a:pt x="405240" y="174407"/>
                    <a:pt x="340764" y="223363"/>
                    <a:pt x="371475" y="371475"/>
                  </a:cubicBezTo>
                  <a:cubicBezTo>
                    <a:pt x="199855" y="415090"/>
                    <a:pt x="118839" y="360247"/>
                    <a:pt x="0" y="371475"/>
                  </a:cubicBezTo>
                  <a:cubicBezTo>
                    <a:pt x="-27024" y="262921"/>
                    <a:pt x="25200" y="119203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49094" y="-38014"/>
                    <a:pt x="279641" y="9466"/>
                    <a:pt x="371475" y="0"/>
                  </a:cubicBezTo>
                  <a:cubicBezTo>
                    <a:pt x="391812" y="103296"/>
                    <a:pt x="332034" y="274218"/>
                    <a:pt x="371475" y="371475"/>
                  </a:cubicBezTo>
                  <a:cubicBezTo>
                    <a:pt x="271238" y="411082"/>
                    <a:pt x="171882" y="366655"/>
                    <a:pt x="0" y="371475"/>
                  </a:cubicBezTo>
                  <a:cubicBezTo>
                    <a:pt x="-27966" y="242777"/>
                    <a:pt x="5181" y="137633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151745165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896FD2AB-D2C9-5715-6E82-6B95FBB3DE0B}"/>
                </a:ext>
              </a:extLst>
            </p:cNvPr>
            <p:cNvSpPr/>
            <p:nvPr/>
          </p:nvSpPr>
          <p:spPr>
            <a:xfrm>
              <a:off x="4429125" y="105727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41341" y="-29000"/>
                    <a:pt x="224784" y="28928"/>
                    <a:pt x="371475" y="0"/>
                  </a:cubicBezTo>
                  <a:cubicBezTo>
                    <a:pt x="403490" y="128190"/>
                    <a:pt x="368917" y="233952"/>
                    <a:pt x="371475" y="371475"/>
                  </a:cubicBezTo>
                  <a:cubicBezTo>
                    <a:pt x="189087" y="413553"/>
                    <a:pt x="84041" y="360906"/>
                    <a:pt x="0" y="371475"/>
                  </a:cubicBezTo>
                  <a:cubicBezTo>
                    <a:pt x="-22386" y="296017"/>
                    <a:pt x="39764" y="95194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83951" y="-38415"/>
                    <a:pt x="250107" y="20383"/>
                    <a:pt x="371475" y="0"/>
                  </a:cubicBezTo>
                  <a:cubicBezTo>
                    <a:pt x="392882" y="167253"/>
                    <a:pt x="341307" y="217975"/>
                    <a:pt x="371475" y="371475"/>
                  </a:cubicBezTo>
                  <a:cubicBezTo>
                    <a:pt x="221512" y="394505"/>
                    <a:pt x="162197" y="341319"/>
                    <a:pt x="0" y="371475"/>
                  </a:cubicBezTo>
                  <a:cubicBezTo>
                    <a:pt x="-6090" y="187127"/>
                    <a:pt x="27402" y="121096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2739443539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8" name="Rectangle 467">
              <a:extLst>
                <a:ext uri="{FF2B5EF4-FFF2-40B4-BE49-F238E27FC236}">
                  <a16:creationId xmlns:a16="http://schemas.microsoft.com/office/drawing/2014/main" id="{6110D6EB-320D-1768-2D25-A5FE249A0172}"/>
                </a:ext>
              </a:extLst>
            </p:cNvPr>
            <p:cNvSpPr/>
            <p:nvPr/>
          </p:nvSpPr>
          <p:spPr>
            <a:xfrm>
              <a:off x="4057650" y="105727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23322" y="-7731"/>
                    <a:pt x="186106" y="8380"/>
                    <a:pt x="371475" y="0"/>
                  </a:cubicBezTo>
                  <a:cubicBezTo>
                    <a:pt x="388218" y="103037"/>
                    <a:pt x="337563" y="214206"/>
                    <a:pt x="371475" y="371475"/>
                  </a:cubicBezTo>
                  <a:cubicBezTo>
                    <a:pt x="288483" y="401132"/>
                    <a:pt x="125607" y="341712"/>
                    <a:pt x="0" y="371475"/>
                  </a:cubicBezTo>
                  <a:cubicBezTo>
                    <a:pt x="-13083" y="186805"/>
                    <a:pt x="32070" y="116657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70704" y="-14781"/>
                    <a:pt x="233726" y="16987"/>
                    <a:pt x="371475" y="0"/>
                  </a:cubicBezTo>
                  <a:cubicBezTo>
                    <a:pt x="401154" y="118618"/>
                    <a:pt x="363051" y="238187"/>
                    <a:pt x="371475" y="371475"/>
                  </a:cubicBezTo>
                  <a:cubicBezTo>
                    <a:pt x="212240" y="410033"/>
                    <a:pt x="133485" y="360268"/>
                    <a:pt x="0" y="371475"/>
                  </a:cubicBezTo>
                  <a:cubicBezTo>
                    <a:pt x="-44508" y="272120"/>
                    <a:pt x="2105" y="101667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798621388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9" name="Rectangle 468">
              <a:extLst>
                <a:ext uri="{FF2B5EF4-FFF2-40B4-BE49-F238E27FC236}">
                  <a16:creationId xmlns:a16="http://schemas.microsoft.com/office/drawing/2014/main" id="{E355AFD1-B486-278C-023E-7197C102DF0B}"/>
                </a:ext>
              </a:extLst>
            </p:cNvPr>
            <p:cNvSpPr/>
            <p:nvPr/>
          </p:nvSpPr>
          <p:spPr>
            <a:xfrm>
              <a:off x="1828800" y="142875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45115" y="-16248"/>
                    <a:pt x="244969" y="2572"/>
                    <a:pt x="371475" y="0"/>
                  </a:cubicBezTo>
                  <a:cubicBezTo>
                    <a:pt x="408457" y="162799"/>
                    <a:pt x="358060" y="249808"/>
                    <a:pt x="371475" y="371475"/>
                  </a:cubicBezTo>
                  <a:cubicBezTo>
                    <a:pt x="225384" y="389069"/>
                    <a:pt x="164607" y="340256"/>
                    <a:pt x="0" y="371475"/>
                  </a:cubicBezTo>
                  <a:cubicBezTo>
                    <a:pt x="-36843" y="249028"/>
                    <a:pt x="7743" y="172858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82395" y="-32400"/>
                    <a:pt x="289879" y="10326"/>
                    <a:pt x="371475" y="0"/>
                  </a:cubicBezTo>
                  <a:cubicBezTo>
                    <a:pt x="402512" y="159890"/>
                    <a:pt x="337120" y="192669"/>
                    <a:pt x="371475" y="371475"/>
                  </a:cubicBezTo>
                  <a:cubicBezTo>
                    <a:pt x="201198" y="376783"/>
                    <a:pt x="177603" y="368955"/>
                    <a:pt x="0" y="371475"/>
                  </a:cubicBezTo>
                  <a:cubicBezTo>
                    <a:pt x="-12830" y="192909"/>
                    <a:pt x="8961" y="150420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913395413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0" name="Rectangle 469">
              <a:extLst>
                <a:ext uri="{FF2B5EF4-FFF2-40B4-BE49-F238E27FC236}">
                  <a16:creationId xmlns:a16="http://schemas.microsoft.com/office/drawing/2014/main" id="{25D7DAB6-D8F1-9A3A-E77E-D25C83DE0D4F}"/>
                </a:ext>
              </a:extLst>
            </p:cNvPr>
            <p:cNvSpPr/>
            <p:nvPr/>
          </p:nvSpPr>
          <p:spPr>
            <a:xfrm>
              <a:off x="2200275" y="142875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73619" y="-20911"/>
                    <a:pt x="203795" y="35736"/>
                    <a:pt x="371475" y="0"/>
                  </a:cubicBezTo>
                  <a:cubicBezTo>
                    <a:pt x="387016" y="137027"/>
                    <a:pt x="339879" y="279377"/>
                    <a:pt x="371475" y="371475"/>
                  </a:cubicBezTo>
                  <a:cubicBezTo>
                    <a:pt x="294140" y="380988"/>
                    <a:pt x="122945" y="345351"/>
                    <a:pt x="0" y="371475"/>
                  </a:cubicBezTo>
                  <a:cubicBezTo>
                    <a:pt x="-17336" y="224200"/>
                    <a:pt x="7347" y="142117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88237" y="-1008"/>
                    <a:pt x="223171" y="30435"/>
                    <a:pt x="371475" y="0"/>
                  </a:cubicBezTo>
                  <a:cubicBezTo>
                    <a:pt x="402998" y="144578"/>
                    <a:pt x="332162" y="204738"/>
                    <a:pt x="371475" y="371475"/>
                  </a:cubicBezTo>
                  <a:cubicBezTo>
                    <a:pt x="290318" y="410446"/>
                    <a:pt x="151203" y="357670"/>
                    <a:pt x="0" y="371475"/>
                  </a:cubicBezTo>
                  <a:cubicBezTo>
                    <a:pt x="-39243" y="258522"/>
                    <a:pt x="9767" y="183287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244708098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1" name="Rectangle 470">
              <a:extLst>
                <a:ext uri="{FF2B5EF4-FFF2-40B4-BE49-F238E27FC236}">
                  <a16:creationId xmlns:a16="http://schemas.microsoft.com/office/drawing/2014/main" id="{0258228C-ADA9-F73D-2753-CB618046E92E}"/>
                </a:ext>
              </a:extLst>
            </p:cNvPr>
            <p:cNvSpPr/>
            <p:nvPr/>
          </p:nvSpPr>
          <p:spPr>
            <a:xfrm>
              <a:off x="2943225" y="142875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68701" y="-8448"/>
                    <a:pt x="239372" y="19526"/>
                    <a:pt x="371475" y="0"/>
                  </a:cubicBezTo>
                  <a:cubicBezTo>
                    <a:pt x="400951" y="108812"/>
                    <a:pt x="368050" y="264901"/>
                    <a:pt x="371475" y="371475"/>
                  </a:cubicBezTo>
                  <a:cubicBezTo>
                    <a:pt x="249818" y="391482"/>
                    <a:pt x="160286" y="345763"/>
                    <a:pt x="0" y="371475"/>
                  </a:cubicBezTo>
                  <a:cubicBezTo>
                    <a:pt x="-26940" y="271789"/>
                    <a:pt x="24340" y="124990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47652" y="-6470"/>
                    <a:pt x="282965" y="2229"/>
                    <a:pt x="371475" y="0"/>
                  </a:cubicBezTo>
                  <a:cubicBezTo>
                    <a:pt x="397574" y="82821"/>
                    <a:pt x="369129" y="289576"/>
                    <a:pt x="371475" y="371475"/>
                  </a:cubicBezTo>
                  <a:cubicBezTo>
                    <a:pt x="264035" y="389717"/>
                    <a:pt x="149033" y="350951"/>
                    <a:pt x="0" y="371475"/>
                  </a:cubicBezTo>
                  <a:cubicBezTo>
                    <a:pt x="-34955" y="247077"/>
                    <a:pt x="630" y="148620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725535979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2" name="Rectangle 471">
              <a:extLst>
                <a:ext uri="{FF2B5EF4-FFF2-40B4-BE49-F238E27FC236}">
                  <a16:creationId xmlns:a16="http://schemas.microsoft.com/office/drawing/2014/main" id="{B4C3386A-8F8A-34E1-92CE-7839D56475AB}"/>
                </a:ext>
              </a:extLst>
            </p:cNvPr>
            <p:cNvSpPr/>
            <p:nvPr/>
          </p:nvSpPr>
          <p:spPr>
            <a:xfrm>
              <a:off x="2571750" y="142875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20084" y="-36804"/>
                    <a:pt x="254987" y="23036"/>
                    <a:pt x="371475" y="0"/>
                  </a:cubicBezTo>
                  <a:cubicBezTo>
                    <a:pt x="393835" y="155369"/>
                    <a:pt x="339392" y="187420"/>
                    <a:pt x="371475" y="371475"/>
                  </a:cubicBezTo>
                  <a:cubicBezTo>
                    <a:pt x="193316" y="378926"/>
                    <a:pt x="108823" y="355684"/>
                    <a:pt x="0" y="371475"/>
                  </a:cubicBezTo>
                  <a:cubicBezTo>
                    <a:pt x="-42221" y="256417"/>
                    <a:pt x="42913" y="125863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82451" y="-18748"/>
                    <a:pt x="274098" y="37484"/>
                    <a:pt x="371475" y="0"/>
                  </a:cubicBezTo>
                  <a:cubicBezTo>
                    <a:pt x="412516" y="172377"/>
                    <a:pt x="334987" y="205622"/>
                    <a:pt x="371475" y="371475"/>
                  </a:cubicBezTo>
                  <a:cubicBezTo>
                    <a:pt x="277598" y="411222"/>
                    <a:pt x="184342" y="357591"/>
                    <a:pt x="0" y="371475"/>
                  </a:cubicBezTo>
                  <a:cubicBezTo>
                    <a:pt x="-36977" y="235262"/>
                    <a:pt x="6180" y="155160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161625528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3" name="Rectangle 472">
              <a:extLst>
                <a:ext uri="{FF2B5EF4-FFF2-40B4-BE49-F238E27FC236}">
                  <a16:creationId xmlns:a16="http://schemas.microsoft.com/office/drawing/2014/main" id="{37DDD03B-3678-9850-DB5D-965A8618D0E9}"/>
                </a:ext>
              </a:extLst>
            </p:cNvPr>
            <p:cNvSpPr/>
            <p:nvPr/>
          </p:nvSpPr>
          <p:spPr>
            <a:xfrm>
              <a:off x="3314700" y="142875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58442" y="-42400"/>
                    <a:pt x="241495" y="40"/>
                    <a:pt x="371475" y="0"/>
                  </a:cubicBezTo>
                  <a:cubicBezTo>
                    <a:pt x="400344" y="99282"/>
                    <a:pt x="351944" y="287937"/>
                    <a:pt x="371475" y="371475"/>
                  </a:cubicBezTo>
                  <a:cubicBezTo>
                    <a:pt x="234343" y="383880"/>
                    <a:pt x="156091" y="343467"/>
                    <a:pt x="0" y="371475"/>
                  </a:cubicBezTo>
                  <a:cubicBezTo>
                    <a:pt x="-41717" y="189122"/>
                    <a:pt x="21970" y="151967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58058" y="-13955"/>
                    <a:pt x="202311" y="39838"/>
                    <a:pt x="371475" y="0"/>
                  </a:cubicBezTo>
                  <a:cubicBezTo>
                    <a:pt x="394432" y="83464"/>
                    <a:pt x="335834" y="242197"/>
                    <a:pt x="371475" y="371475"/>
                  </a:cubicBezTo>
                  <a:cubicBezTo>
                    <a:pt x="246680" y="402055"/>
                    <a:pt x="167789" y="371275"/>
                    <a:pt x="0" y="371475"/>
                  </a:cubicBezTo>
                  <a:cubicBezTo>
                    <a:pt x="-17604" y="221437"/>
                    <a:pt x="13690" y="183667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283180727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4" name="Rectangle 473">
              <a:extLst>
                <a:ext uri="{FF2B5EF4-FFF2-40B4-BE49-F238E27FC236}">
                  <a16:creationId xmlns:a16="http://schemas.microsoft.com/office/drawing/2014/main" id="{25D81BA3-D457-1814-2093-6DE7FE06903F}"/>
                </a:ext>
              </a:extLst>
            </p:cNvPr>
            <p:cNvSpPr/>
            <p:nvPr/>
          </p:nvSpPr>
          <p:spPr>
            <a:xfrm>
              <a:off x="3686175" y="142875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72454" y="-18150"/>
                    <a:pt x="194552" y="13099"/>
                    <a:pt x="371475" y="0"/>
                  </a:cubicBezTo>
                  <a:cubicBezTo>
                    <a:pt x="385863" y="182368"/>
                    <a:pt x="368050" y="283505"/>
                    <a:pt x="371475" y="371475"/>
                  </a:cubicBezTo>
                  <a:cubicBezTo>
                    <a:pt x="220776" y="387812"/>
                    <a:pt x="181049" y="339025"/>
                    <a:pt x="0" y="371475"/>
                  </a:cubicBezTo>
                  <a:cubicBezTo>
                    <a:pt x="-25013" y="236572"/>
                    <a:pt x="5316" y="97690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90883" y="-39646"/>
                    <a:pt x="281381" y="18200"/>
                    <a:pt x="371475" y="0"/>
                  </a:cubicBezTo>
                  <a:cubicBezTo>
                    <a:pt x="393474" y="113993"/>
                    <a:pt x="351183" y="240094"/>
                    <a:pt x="371475" y="371475"/>
                  </a:cubicBezTo>
                  <a:cubicBezTo>
                    <a:pt x="276340" y="394455"/>
                    <a:pt x="88186" y="346661"/>
                    <a:pt x="0" y="371475"/>
                  </a:cubicBezTo>
                  <a:cubicBezTo>
                    <a:pt x="-40283" y="214364"/>
                    <a:pt x="37785" y="144359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541836759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6E236EC8-912E-AB2C-1100-E19E5ADBFC75}"/>
                </a:ext>
              </a:extLst>
            </p:cNvPr>
            <p:cNvSpPr/>
            <p:nvPr/>
          </p:nvSpPr>
          <p:spPr>
            <a:xfrm>
              <a:off x="4429125" y="142875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05570" y="-23662"/>
                    <a:pt x="204795" y="4172"/>
                    <a:pt x="371475" y="0"/>
                  </a:cubicBezTo>
                  <a:cubicBezTo>
                    <a:pt x="400276" y="178963"/>
                    <a:pt x="340015" y="282002"/>
                    <a:pt x="371475" y="371475"/>
                  </a:cubicBezTo>
                  <a:cubicBezTo>
                    <a:pt x="238595" y="385818"/>
                    <a:pt x="155354" y="351605"/>
                    <a:pt x="0" y="371475"/>
                  </a:cubicBezTo>
                  <a:cubicBezTo>
                    <a:pt x="-4862" y="210332"/>
                    <a:pt x="13863" y="160514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00994" y="-36103"/>
                    <a:pt x="244077" y="42328"/>
                    <a:pt x="371475" y="0"/>
                  </a:cubicBezTo>
                  <a:cubicBezTo>
                    <a:pt x="406853" y="100211"/>
                    <a:pt x="333963" y="282185"/>
                    <a:pt x="371475" y="371475"/>
                  </a:cubicBezTo>
                  <a:cubicBezTo>
                    <a:pt x="286973" y="401771"/>
                    <a:pt x="117823" y="337429"/>
                    <a:pt x="0" y="371475"/>
                  </a:cubicBezTo>
                  <a:cubicBezTo>
                    <a:pt x="-28567" y="281208"/>
                    <a:pt x="12058" y="91972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07521171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6" name="Rectangle 475">
              <a:extLst>
                <a:ext uri="{FF2B5EF4-FFF2-40B4-BE49-F238E27FC236}">
                  <a16:creationId xmlns:a16="http://schemas.microsoft.com/office/drawing/2014/main" id="{30EC5E8C-3B63-1EAB-8A9C-EA703DF68315}"/>
                </a:ext>
              </a:extLst>
            </p:cNvPr>
            <p:cNvSpPr/>
            <p:nvPr/>
          </p:nvSpPr>
          <p:spPr>
            <a:xfrm>
              <a:off x="4057650" y="142875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84957" y="-21904"/>
                    <a:pt x="210672" y="43500"/>
                    <a:pt x="371475" y="0"/>
                  </a:cubicBezTo>
                  <a:cubicBezTo>
                    <a:pt x="383537" y="181819"/>
                    <a:pt x="338044" y="253260"/>
                    <a:pt x="371475" y="371475"/>
                  </a:cubicBezTo>
                  <a:cubicBezTo>
                    <a:pt x="281182" y="400661"/>
                    <a:pt x="90494" y="331589"/>
                    <a:pt x="0" y="371475"/>
                  </a:cubicBezTo>
                  <a:cubicBezTo>
                    <a:pt x="-14227" y="268517"/>
                    <a:pt x="15142" y="104429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90830" y="-17374"/>
                    <a:pt x="270651" y="11304"/>
                    <a:pt x="371475" y="0"/>
                  </a:cubicBezTo>
                  <a:cubicBezTo>
                    <a:pt x="404668" y="162516"/>
                    <a:pt x="332211" y="249626"/>
                    <a:pt x="371475" y="371475"/>
                  </a:cubicBezTo>
                  <a:cubicBezTo>
                    <a:pt x="262290" y="396854"/>
                    <a:pt x="131697" y="351538"/>
                    <a:pt x="0" y="371475"/>
                  </a:cubicBezTo>
                  <a:cubicBezTo>
                    <a:pt x="-6743" y="291268"/>
                    <a:pt x="44120" y="80137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448557023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7" name="Rectangle 476">
              <a:extLst>
                <a:ext uri="{FF2B5EF4-FFF2-40B4-BE49-F238E27FC236}">
                  <a16:creationId xmlns:a16="http://schemas.microsoft.com/office/drawing/2014/main" id="{7C2B89EC-B143-5283-4256-0B94EA849AD3}"/>
                </a:ext>
              </a:extLst>
            </p:cNvPr>
            <p:cNvSpPr/>
            <p:nvPr/>
          </p:nvSpPr>
          <p:spPr>
            <a:xfrm>
              <a:off x="1828800" y="105727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65969" y="-35446"/>
                    <a:pt x="207634" y="26510"/>
                    <a:pt x="371475" y="0"/>
                  </a:cubicBezTo>
                  <a:cubicBezTo>
                    <a:pt x="382788" y="144568"/>
                    <a:pt x="349099" y="247070"/>
                    <a:pt x="371475" y="371475"/>
                  </a:cubicBezTo>
                  <a:cubicBezTo>
                    <a:pt x="223336" y="388083"/>
                    <a:pt x="143704" y="331404"/>
                    <a:pt x="0" y="371475"/>
                  </a:cubicBezTo>
                  <a:cubicBezTo>
                    <a:pt x="-38750" y="292119"/>
                    <a:pt x="24456" y="148460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50199" y="-10725"/>
                    <a:pt x="254351" y="43826"/>
                    <a:pt x="371475" y="0"/>
                  </a:cubicBezTo>
                  <a:cubicBezTo>
                    <a:pt x="395884" y="161043"/>
                    <a:pt x="355505" y="292182"/>
                    <a:pt x="371475" y="371475"/>
                  </a:cubicBezTo>
                  <a:cubicBezTo>
                    <a:pt x="274263" y="387979"/>
                    <a:pt x="127143" y="344202"/>
                    <a:pt x="0" y="371475"/>
                  </a:cubicBezTo>
                  <a:cubicBezTo>
                    <a:pt x="-25709" y="243304"/>
                    <a:pt x="41397" y="87713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93631791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8" name="Rectangle 477">
              <a:extLst>
                <a:ext uri="{FF2B5EF4-FFF2-40B4-BE49-F238E27FC236}">
                  <a16:creationId xmlns:a16="http://schemas.microsoft.com/office/drawing/2014/main" id="{1EF221E8-37EF-0805-E1BB-C59080F749EA}"/>
                </a:ext>
              </a:extLst>
            </p:cNvPr>
            <p:cNvSpPr/>
            <p:nvPr/>
          </p:nvSpPr>
          <p:spPr>
            <a:xfrm>
              <a:off x="2200275" y="105727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82419" y="-20101"/>
                    <a:pt x="275891" y="36025"/>
                    <a:pt x="371475" y="0"/>
                  </a:cubicBezTo>
                  <a:cubicBezTo>
                    <a:pt x="382868" y="135509"/>
                    <a:pt x="367563" y="288712"/>
                    <a:pt x="371475" y="371475"/>
                  </a:cubicBezTo>
                  <a:cubicBezTo>
                    <a:pt x="295166" y="380633"/>
                    <a:pt x="97411" y="351923"/>
                    <a:pt x="0" y="371475"/>
                  </a:cubicBezTo>
                  <a:cubicBezTo>
                    <a:pt x="-307" y="203702"/>
                    <a:pt x="42925" y="116257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37941" y="-16611"/>
                    <a:pt x="257674" y="27701"/>
                    <a:pt x="371475" y="0"/>
                  </a:cubicBezTo>
                  <a:cubicBezTo>
                    <a:pt x="414333" y="135142"/>
                    <a:pt x="335888" y="198137"/>
                    <a:pt x="371475" y="371475"/>
                  </a:cubicBezTo>
                  <a:cubicBezTo>
                    <a:pt x="292404" y="383081"/>
                    <a:pt x="120468" y="357626"/>
                    <a:pt x="0" y="371475"/>
                  </a:cubicBezTo>
                  <a:cubicBezTo>
                    <a:pt x="-10882" y="286602"/>
                    <a:pt x="26925" y="142487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657074125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9" name="Rectangle 478">
              <a:extLst>
                <a:ext uri="{FF2B5EF4-FFF2-40B4-BE49-F238E27FC236}">
                  <a16:creationId xmlns:a16="http://schemas.microsoft.com/office/drawing/2014/main" id="{710C8511-0A25-F76D-89B2-6731B19370B1}"/>
                </a:ext>
              </a:extLst>
            </p:cNvPr>
            <p:cNvSpPr/>
            <p:nvPr/>
          </p:nvSpPr>
          <p:spPr>
            <a:xfrm>
              <a:off x="2943225" y="105727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17024" y="-22304"/>
                    <a:pt x="232799" y="25000"/>
                    <a:pt x="371475" y="0"/>
                  </a:cubicBezTo>
                  <a:cubicBezTo>
                    <a:pt x="376040" y="178072"/>
                    <a:pt x="361379" y="259797"/>
                    <a:pt x="371475" y="371475"/>
                  </a:cubicBezTo>
                  <a:cubicBezTo>
                    <a:pt x="192860" y="395805"/>
                    <a:pt x="109875" y="367202"/>
                    <a:pt x="0" y="371475"/>
                  </a:cubicBezTo>
                  <a:cubicBezTo>
                    <a:pt x="-35841" y="273347"/>
                    <a:pt x="2059" y="120417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33266" y="-34099"/>
                    <a:pt x="260375" y="22988"/>
                    <a:pt x="371475" y="0"/>
                  </a:cubicBezTo>
                  <a:cubicBezTo>
                    <a:pt x="390991" y="90708"/>
                    <a:pt x="327561" y="252183"/>
                    <a:pt x="371475" y="371475"/>
                  </a:cubicBezTo>
                  <a:cubicBezTo>
                    <a:pt x="197289" y="401350"/>
                    <a:pt x="119826" y="360680"/>
                    <a:pt x="0" y="371475"/>
                  </a:cubicBezTo>
                  <a:cubicBezTo>
                    <a:pt x="-34554" y="285766"/>
                    <a:pt x="14266" y="173181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2138253434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0" name="Rectangle 479">
              <a:extLst>
                <a:ext uri="{FF2B5EF4-FFF2-40B4-BE49-F238E27FC236}">
                  <a16:creationId xmlns:a16="http://schemas.microsoft.com/office/drawing/2014/main" id="{3AD2DFCD-5341-8F98-1E10-EFE1D67AEEE5}"/>
                </a:ext>
              </a:extLst>
            </p:cNvPr>
            <p:cNvSpPr/>
            <p:nvPr/>
          </p:nvSpPr>
          <p:spPr>
            <a:xfrm>
              <a:off x="2571750" y="105727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73352" y="-24886"/>
                    <a:pt x="256512" y="4797"/>
                    <a:pt x="371475" y="0"/>
                  </a:cubicBezTo>
                  <a:cubicBezTo>
                    <a:pt x="400925" y="87149"/>
                    <a:pt x="338365" y="215305"/>
                    <a:pt x="371475" y="371475"/>
                  </a:cubicBezTo>
                  <a:cubicBezTo>
                    <a:pt x="268491" y="408719"/>
                    <a:pt x="106278" y="337639"/>
                    <a:pt x="0" y="371475"/>
                  </a:cubicBezTo>
                  <a:cubicBezTo>
                    <a:pt x="-10497" y="223486"/>
                    <a:pt x="39428" y="85217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71447" y="-19272"/>
                    <a:pt x="214698" y="24548"/>
                    <a:pt x="371475" y="0"/>
                  </a:cubicBezTo>
                  <a:cubicBezTo>
                    <a:pt x="384009" y="150686"/>
                    <a:pt x="344486" y="238673"/>
                    <a:pt x="371475" y="371475"/>
                  </a:cubicBezTo>
                  <a:cubicBezTo>
                    <a:pt x="190707" y="405612"/>
                    <a:pt x="119587" y="360168"/>
                    <a:pt x="0" y="371475"/>
                  </a:cubicBezTo>
                  <a:cubicBezTo>
                    <a:pt x="-23875" y="203573"/>
                    <a:pt x="27568" y="164590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2081439385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1" name="Rectangle 480">
              <a:extLst>
                <a:ext uri="{FF2B5EF4-FFF2-40B4-BE49-F238E27FC236}">
                  <a16:creationId xmlns:a16="http://schemas.microsoft.com/office/drawing/2014/main" id="{1B9D0EAA-2C26-66D5-B994-309A29DB9CD3}"/>
                </a:ext>
              </a:extLst>
            </p:cNvPr>
            <p:cNvSpPr/>
            <p:nvPr/>
          </p:nvSpPr>
          <p:spPr>
            <a:xfrm>
              <a:off x="3314700" y="105727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92399" y="-8011"/>
                    <a:pt x="215610" y="31538"/>
                    <a:pt x="371475" y="0"/>
                  </a:cubicBezTo>
                  <a:cubicBezTo>
                    <a:pt x="398679" y="134543"/>
                    <a:pt x="371429" y="218292"/>
                    <a:pt x="371475" y="371475"/>
                  </a:cubicBezTo>
                  <a:cubicBezTo>
                    <a:pt x="283538" y="404851"/>
                    <a:pt x="124798" y="347603"/>
                    <a:pt x="0" y="371475"/>
                  </a:cubicBezTo>
                  <a:cubicBezTo>
                    <a:pt x="-33096" y="261478"/>
                    <a:pt x="44127" y="174737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76176" y="-22635"/>
                    <a:pt x="220650" y="25973"/>
                    <a:pt x="371475" y="0"/>
                  </a:cubicBezTo>
                  <a:cubicBezTo>
                    <a:pt x="393474" y="80781"/>
                    <a:pt x="331951" y="216890"/>
                    <a:pt x="371475" y="371475"/>
                  </a:cubicBezTo>
                  <a:cubicBezTo>
                    <a:pt x="201696" y="379787"/>
                    <a:pt x="91407" y="327586"/>
                    <a:pt x="0" y="371475"/>
                  </a:cubicBezTo>
                  <a:cubicBezTo>
                    <a:pt x="-15402" y="199409"/>
                    <a:pt x="39705" y="144529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4072064544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2" name="Rectangle 481">
              <a:extLst>
                <a:ext uri="{FF2B5EF4-FFF2-40B4-BE49-F238E27FC236}">
                  <a16:creationId xmlns:a16="http://schemas.microsoft.com/office/drawing/2014/main" id="{B931FDA8-9197-90F0-4E85-135130CE1B70}"/>
                </a:ext>
              </a:extLst>
            </p:cNvPr>
            <p:cNvSpPr/>
            <p:nvPr/>
          </p:nvSpPr>
          <p:spPr>
            <a:xfrm>
              <a:off x="3686175" y="105727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93738" y="-42334"/>
                    <a:pt x="273263" y="41316"/>
                    <a:pt x="371475" y="0"/>
                  </a:cubicBezTo>
                  <a:cubicBezTo>
                    <a:pt x="381158" y="183491"/>
                    <a:pt x="341197" y="197136"/>
                    <a:pt x="371475" y="371475"/>
                  </a:cubicBezTo>
                  <a:cubicBezTo>
                    <a:pt x="230803" y="411823"/>
                    <a:pt x="141122" y="336554"/>
                    <a:pt x="0" y="371475"/>
                  </a:cubicBezTo>
                  <a:cubicBezTo>
                    <a:pt x="-30922" y="240584"/>
                    <a:pt x="43916" y="175369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60315" y="-9918"/>
                    <a:pt x="291228" y="22693"/>
                    <a:pt x="371475" y="0"/>
                  </a:cubicBezTo>
                  <a:cubicBezTo>
                    <a:pt x="414298" y="151138"/>
                    <a:pt x="352119" y="253852"/>
                    <a:pt x="371475" y="371475"/>
                  </a:cubicBezTo>
                  <a:cubicBezTo>
                    <a:pt x="236238" y="381661"/>
                    <a:pt x="120753" y="354590"/>
                    <a:pt x="0" y="371475"/>
                  </a:cubicBezTo>
                  <a:cubicBezTo>
                    <a:pt x="-14364" y="255274"/>
                    <a:pt x="29398" y="92215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667027354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3" name="Rectangle 482">
              <a:extLst>
                <a:ext uri="{FF2B5EF4-FFF2-40B4-BE49-F238E27FC236}">
                  <a16:creationId xmlns:a16="http://schemas.microsoft.com/office/drawing/2014/main" id="{0F93D650-CE91-46E2-D7EC-BF4F06AD22A4}"/>
                </a:ext>
              </a:extLst>
            </p:cNvPr>
            <p:cNvSpPr/>
            <p:nvPr/>
          </p:nvSpPr>
          <p:spPr>
            <a:xfrm>
              <a:off x="4429125" y="105727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77738" y="-22416"/>
                    <a:pt x="280409" y="23061"/>
                    <a:pt x="371475" y="0"/>
                  </a:cubicBezTo>
                  <a:cubicBezTo>
                    <a:pt x="391816" y="77263"/>
                    <a:pt x="348132" y="264837"/>
                    <a:pt x="371475" y="371475"/>
                  </a:cubicBezTo>
                  <a:cubicBezTo>
                    <a:pt x="258366" y="388739"/>
                    <a:pt x="159622" y="358161"/>
                    <a:pt x="0" y="371475"/>
                  </a:cubicBezTo>
                  <a:cubicBezTo>
                    <a:pt x="-4335" y="246925"/>
                    <a:pt x="15371" y="103604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65794" y="-9495"/>
                    <a:pt x="257446" y="10545"/>
                    <a:pt x="371475" y="0"/>
                  </a:cubicBezTo>
                  <a:cubicBezTo>
                    <a:pt x="414644" y="94062"/>
                    <a:pt x="348960" y="283149"/>
                    <a:pt x="371475" y="371475"/>
                  </a:cubicBezTo>
                  <a:cubicBezTo>
                    <a:pt x="281148" y="371754"/>
                    <a:pt x="138720" y="364648"/>
                    <a:pt x="0" y="371475"/>
                  </a:cubicBezTo>
                  <a:cubicBezTo>
                    <a:pt x="-735" y="295544"/>
                    <a:pt x="36514" y="153752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738722633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4" name="Rectangle 483">
              <a:extLst>
                <a:ext uri="{FF2B5EF4-FFF2-40B4-BE49-F238E27FC236}">
                  <a16:creationId xmlns:a16="http://schemas.microsoft.com/office/drawing/2014/main" id="{23B1C361-107A-6811-3E29-57C570CE6DD5}"/>
                </a:ext>
              </a:extLst>
            </p:cNvPr>
            <p:cNvSpPr/>
            <p:nvPr/>
          </p:nvSpPr>
          <p:spPr>
            <a:xfrm>
              <a:off x="4057650" y="105727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36516" y="-1767"/>
                    <a:pt x="283693" y="5058"/>
                    <a:pt x="371475" y="0"/>
                  </a:cubicBezTo>
                  <a:cubicBezTo>
                    <a:pt x="386248" y="117302"/>
                    <a:pt x="357508" y="227414"/>
                    <a:pt x="371475" y="371475"/>
                  </a:cubicBezTo>
                  <a:cubicBezTo>
                    <a:pt x="219661" y="411560"/>
                    <a:pt x="182854" y="361881"/>
                    <a:pt x="0" y="371475"/>
                  </a:cubicBezTo>
                  <a:cubicBezTo>
                    <a:pt x="-20653" y="250420"/>
                    <a:pt x="5894" y="105935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62163" y="-24603"/>
                    <a:pt x="188538" y="39545"/>
                    <a:pt x="371475" y="0"/>
                  </a:cubicBezTo>
                  <a:cubicBezTo>
                    <a:pt x="415373" y="178575"/>
                    <a:pt x="341612" y="189018"/>
                    <a:pt x="371475" y="371475"/>
                  </a:cubicBezTo>
                  <a:cubicBezTo>
                    <a:pt x="259809" y="383980"/>
                    <a:pt x="160287" y="331258"/>
                    <a:pt x="0" y="371475"/>
                  </a:cubicBezTo>
                  <a:cubicBezTo>
                    <a:pt x="-40750" y="200620"/>
                    <a:pt x="39489" y="155073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845997588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5" name="Rectangle 484">
              <a:extLst>
                <a:ext uri="{FF2B5EF4-FFF2-40B4-BE49-F238E27FC236}">
                  <a16:creationId xmlns:a16="http://schemas.microsoft.com/office/drawing/2014/main" id="{57EA7D88-87C0-1AFF-9054-DD8DCDB47EC9}"/>
                </a:ext>
              </a:extLst>
            </p:cNvPr>
            <p:cNvSpPr/>
            <p:nvPr/>
          </p:nvSpPr>
          <p:spPr>
            <a:xfrm>
              <a:off x="1828800" y="142875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76364" y="-15818"/>
                    <a:pt x="282489" y="15222"/>
                    <a:pt x="371475" y="0"/>
                  </a:cubicBezTo>
                  <a:cubicBezTo>
                    <a:pt x="403127" y="134985"/>
                    <a:pt x="365633" y="202359"/>
                    <a:pt x="371475" y="371475"/>
                  </a:cubicBezTo>
                  <a:cubicBezTo>
                    <a:pt x="227396" y="410332"/>
                    <a:pt x="162298" y="337755"/>
                    <a:pt x="0" y="371475"/>
                  </a:cubicBezTo>
                  <a:cubicBezTo>
                    <a:pt x="-3367" y="217568"/>
                    <a:pt x="32408" y="172632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93861" y="-32256"/>
                    <a:pt x="271484" y="40955"/>
                    <a:pt x="371475" y="0"/>
                  </a:cubicBezTo>
                  <a:cubicBezTo>
                    <a:pt x="396090" y="94445"/>
                    <a:pt x="334010" y="213190"/>
                    <a:pt x="371475" y="371475"/>
                  </a:cubicBezTo>
                  <a:cubicBezTo>
                    <a:pt x="296824" y="404927"/>
                    <a:pt x="143331" y="367763"/>
                    <a:pt x="0" y="371475"/>
                  </a:cubicBezTo>
                  <a:cubicBezTo>
                    <a:pt x="-3936" y="280040"/>
                    <a:pt x="33453" y="78223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2157232417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6" name="Rectangle 485">
              <a:extLst>
                <a:ext uri="{FF2B5EF4-FFF2-40B4-BE49-F238E27FC236}">
                  <a16:creationId xmlns:a16="http://schemas.microsoft.com/office/drawing/2014/main" id="{C39715EF-E651-C03D-0E36-3671C38F675D}"/>
                </a:ext>
              </a:extLst>
            </p:cNvPr>
            <p:cNvSpPr/>
            <p:nvPr/>
          </p:nvSpPr>
          <p:spPr>
            <a:xfrm>
              <a:off x="2200275" y="142875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32669" y="-39388"/>
                    <a:pt x="251503" y="4660"/>
                    <a:pt x="371475" y="0"/>
                  </a:cubicBezTo>
                  <a:cubicBezTo>
                    <a:pt x="376459" y="75298"/>
                    <a:pt x="363074" y="234641"/>
                    <a:pt x="371475" y="371475"/>
                  </a:cubicBezTo>
                  <a:cubicBezTo>
                    <a:pt x="196385" y="411527"/>
                    <a:pt x="181996" y="328664"/>
                    <a:pt x="0" y="371475"/>
                  </a:cubicBezTo>
                  <a:cubicBezTo>
                    <a:pt x="-37808" y="276529"/>
                    <a:pt x="10500" y="97017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92523" y="-42744"/>
                    <a:pt x="223808" y="9246"/>
                    <a:pt x="371475" y="0"/>
                  </a:cubicBezTo>
                  <a:cubicBezTo>
                    <a:pt x="388176" y="176781"/>
                    <a:pt x="331778" y="210703"/>
                    <a:pt x="371475" y="371475"/>
                  </a:cubicBezTo>
                  <a:cubicBezTo>
                    <a:pt x="245548" y="413591"/>
                    <a:pt x="86841" y="371157"/>
                    <a:pt x="0" y="371475"/>
                  </a:cubicBezTo>
                  <a:cubicBezTo>
                    <a:pt x="-31691" y="231246"/>
                    <a:pt x="37030" y="164896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2108443807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7" name="Rectangle 486">
              <a:extLst>
                <a:ext uri="{FF2B5EF4-FFF2-40B4-BE49-F238E27FC236}">
                  <a16:creationId xmlns:a16="http://schemas.microsoft.com/office/drawing/2014/main" id="{CE2E4F35-57B8-2849-5300-83BE1C719672}"/>
                </a:ext>
              </a:extLst>
            </p:cNvPr>
            <p:cNvSpPr/>
            <p:nvPr/>
          </p:nvSpPr>
          <p:spPr>
            <a:xfrm>
              <a:off x="2943225" y="142875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37064" y="-22005"/>
                    <a:pt x="240464" y="15897"/>
                    <a:pt x="371475" y="0"/>
                  </a:cubicBezTo>
                  <a:cubicBezTo>
                    <a:pt x="389293" y="93606"/>
                    <a:pt x="358765" y="266373"/>
                    <a:pt x="371475" y="371475"/>
                  </a:cubicBezTo>
                  <a:cubicBezTo>
                    <a:pt x="242863" y="375073"/>
                    <a:pt x="106404" y="356938"/>
                    <a:pt x="0" y="371475"/>
                  </a:cubicBezTo>
                  <a:cubicBezTo>
                    <a:pt x="-19670" y="261005"/>
                    <a:pt x="23846" y="151535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52955" y="-35163"/>
                    <a:pt x="221178" y="30141"/>
                    <a:pt x="371475" y="0"/>
                  </a:cubicBezTo>
                  <a:cubicBezTo>
                    <a:pt x="415538" y="107439"/>
                    <a:pt x="358764" y="255702"/>
                    <a:pt x="371475" y="371475"/>
                  </a:cubicBezTo>
                  <a:cubicBezTo>
                    <a:pt x="261004" y="387906"/>
                    <a:pt x="114976" y="354076"/>
                    <a:pt x="0" y="371475"/>
                  </a:cubicBezTo>
                  <a:cubicBezTo>
                    <a:pt x="-32594" y="208346"/>
                    <a:pt x="36928" y="148477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256230029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8" name="Rectangle 487">
              <a:extLst>
                <a:ext uri="{FF2B5EF4-FFF2-40B4-BE49-F238E27FC236}">
                  <a16:creationId xmlns:a16="http://schemas.microsoft.com/office/drawing/2014/main" id="{D363B052-DE8B-25C6-AA19-800C3559CFD6}"/>
                </a:ext>
              </a:extLst>
            </p:cNvPr>
            <p:cNvSpPr/>
            <p:nvPr/>
          </p:nvSpPr>
          <p:spPr>
            <a:xfrm>
              <a:off x="2571750" y="142875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81659" y="-16523"/>
                    <a:pt x="296510" y="43614"/>
                    <a:pt x="371475" y="0"/>
                  </a:cubicBezTo>
                  <a:cubicBezTo>
                    <a:pt x="382907" y="138255"/>
                    <a:pt x="368113" y="250614"/>
                    <a:pt x="371475" y="371475"/>
                  </a:cubicBezTo>
                  <a:cubicBezTo>
                    <a:pt x="240188" y="378534"/>
                    <a:pt x="173999" y="332862"/>
                    <a:pt x="0" y="371475"/>
                  </a:cubicBezTo>
                  <a:cubicBezTo>
                    <a:pt x="-26865" y="192043"/>
                    <a:pt x="2028" y="176444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16787" y="-44059"/>
                    <a:pt x="211245" y="29370"/>
                    <a:pt x="371475" y="0"/>
                  </a:cubicBezTo>
                  <a:cubicBezTo>
                    <a:pt x="404461" y="159087"/>
                    <a:pt x="366903" y="241353"/>
                    <a:pt x="371475" y="371475"/>
                  </a:cubicBezTo>
                  <a:cubicBezTo>
                    <a:pt x="252139" y="371625"/>
                    <a:pt x="147887" y="341892"/>
                    <a:pt x="0" y="371475"/>
                  </a:cubicBezTo>
                  <a:cubicBezTo>
                    <a:pt x="-4151" y="266438"/>
                    <a:pt x="44180" y="99135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824436723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9" name="Rectangle 488">
              <a:extLst>
                <a:ext uri="{FF2B5EF4-FFF2-40B4-BE49-F238E27FC236}">
                  <a16:creationId xmlns:a16="http://schemas.microsoft.com/office/drawing/2014/main" id="{7915F44B-9DF9-6615-54B0-C4656D3AFF95}"/>
                </a:ext>
              </a:extLst>
            </p:cNvPr>
            <p:cNvSpPr/>
            <p:nvPr/>
          </p:nvSpPr>
          <p:spPr>
            <a:xfrm>
              <a:off x="3314700" y="142875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84286" y="-6981"/>
                    <a:pt x="228728" y="9520"/>
                    <a:pt x="371475" y="0"/>
                  </a:cubicBezTo>
                  <a:cubicBezTo>
                    <a:pt x="378684" y="116015"/>
                    <a:pt x="330338" y="236847"/>
                    <a:pt x="371475" y="371475"/>
                  </a:cubicBezTo>
                  <a:cubicBezTo>
                    <a:pt x="266390" y="402765"/>
                    <a:pt x="103131" y="364853"/>
                    <a:pt x="0" y="371475"/>
                  </a:cubicBezTo>
                  <a:cubicBezTo>
                    <a:pt x="-6516" y="195255"/>
                    <a:pt x="41151" y="117146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83780" y="-8348"/>
                    <a:pt x="255350" y="25844"/>
                    <a:pt x="371475" y="0"/>
                  </a:cubicBezTo>
                  <a:cubicBezTo>
                    <a:pt x="393256" y="177525"/>
                    <a:pt x="344247" y="197175"/>
                    <a:pt x="371475" y="371475"/>
                  </a:cubicBezTo>
                  <a:cubicBezTo>
                    <a:pt x="207439" y="384937"/>
                    <a:pt x="140104" y="371457"/>
                    <a:pt x="0" y="371475"/>
                  </a:cubicBezTo>
                  <a:cubicBezTo>
                    <a:pt x="-41794" y="254125"/>
                    <a:pt x="10566" y="121317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8785082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0" name="Rectangle 489">
              <a:extLst>
                <a:ext uri="{FF2B5EF4-FFF2-40B4-BE49-F238E27FC236}">
                  <a16:creationId xmlns:a16="http://schemas.microsoft.com/office/drawing/2014/main" id="{CACAAE01-5FD7-8E5B-F41F-FEA048C4FCC9}"/>
                </a:ext>
              </a:extLst>
            </p:cNvPr>
            <p:cNvSpPr/>
            <p:nvPr/>
          </p:nvSpPr>
          <p:spPr>
            <a:xfrm>
              <a:off x="3686175" y="142875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33235" y="-44308"/>
                    <a:pt x="290923" y="15435"/>
                    <a:pt x="371475" y="0"/>
                  </a:cubicBezTo>
                  <a:cubicBezTo>
                    <a:pt x="392066" y="173918"/>
                    <a:pt x="354916" y="251812"/>
                    <a:pt x="371475" y="371475"/>
                  </a:cubicBezTo>
                  <a:cubicBezTo>
                    <a:pt x="285542" y="390267"/>
                    <a:pt x="170462" y="334356"/>
                    <a:pt x="0" y="371475"/>
                  </a:cubicBezTo>
                  <a:cubicBezTo>
                    <a:pt x="-37196" y="207017"/>
                    <a:pt x="20585" y="165236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55931" y="-20332"/>
                    <a:pt x="248919" y="31886"/>
                    <a:pt x="371475" y="0"/>
                  </a:cubicBezTo>
                  <a:cubicBezTo>
                    <a:pt x="375551" y="116833"/>
                    <a:pt x="359203" y="288964"/>
                    <a:pt x="371475" y="371475"/>
                  </a:cubicBezTo>
                  <a:cubicBezTo>
                    <a:pt x="209047" y="400621"/>
                    <a:pt x="107069" y="329300"/>
                    <a:pt x="0" y="371475"/>
                  </a:cubicBezTo>
                  <a:cubicBezTo>
                    <a:pt x="-36803" y="280433"/>
                    <a:pt x="1290" y="137659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2862218418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1" name="Rectangle 490">
              <a:extLst>
                <a:ext uri="{FF2B5EF4-FFF2-40B4-BE49-F238E27FC236}">
                  <a16:creationId xmlns:a16="http://schemas.microsoft.com/office/drawing/2014/main" id="{5B4775F9-A10A-0A89-DF1E-E3DF6D266874}"/>
                </a:ext>
              </a:extLst>
            </p:cNvPr>
            <p:cNvSpPr/>
            <p:nvPr/>
          </p:nvSpPr>
          <p:spPr>
            <a:xfrm>
              <a:off x="4429125" y="142875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78973" y="-13723"/>
                    <a:pt x="248002" y="13771"/>
                    <a:pt x="371475" y="0"/>
                  </a:cubicBezTo>
                  <a:cubicBezTo>
                    <a:pt x="409841" y="122856"/>
                    <a:pt x="334502" y="228981"/>
                    <a:pt x="371475" y="371475"/>
                  </a:cubicBezTo>
                  <a:cubicBezTo>
                    <a:pt x="241698" y="415458"/>
                    <a:pt x="136468" y="336985"/>
                    <a:pt x="0" y="371475"/>
                  </a:cubicBezTo>
                  <a:cubicBezTo>
                    <a:pt x="-32721" y="206810"/>
                    <a:pt x="43069" y="177924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45779" y="-31284"/>
                    <a:pt x="260815" y="22595"/>
                    <a:pt x="371475" y="0"/>
                  </a:cubicBezTo>
                  <a:cubicBezTo>
                    <a:pt x="395538" y="171987"/>
                    <a:pt x="336109" y="276466"/>
                    <a:pt x="371475" y="371475"/>
                  </a:cubicBezTo>
                  <a:cubicBezTo>
                    <a:pt x="228768" y="374290"/>
                    <a:pt x="96626" y="336618"/>
                    <a:pt x="0" y="371475"/>
                  </a:cubicBezTo>
                  <a:cubicBezTo>
                    <a:pt x="-40073" y="215319"/>
                    <a:pt x="10403" y="133848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510854057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2" name="Rectangle 491">
              <a:extLst>
                <a:ext uri="{FF2B5EF4-FFF2-40B4-BE49-F238E27FC236}">
                  <a16:creationId xmlns:a16="http://schemas.microsoft.com/office/drawing/2014/main" id="{626CF2F9-0427-8847-0471-03CBB1515475}"/>
                </a:ext>
              </a:extLst>
            </p:cNvPr>
            <p:cNvSpPr/>
            <p:nvPr/>
          </p:nvSpPr>
          <p:spPr>
            <a:xfrm>
              <a:off x="4057650" y="142875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39880" y="-9080"/>
                    <a:pt x="198435" y="11382"/>
                    <a:pt x="371475" y="0"/>
                  </a:cubicBezTo>
                  <a:cubicBezTo>
                    <a:pt x="411922" y="79106"/>
                    <a:pt x="358277" y="290338"/>
                    <a:pt x="371475" y="371475"/>
                  </a:cubicBezTo>
                  <a:cubicBezTo>
                    <a:pt x="234356" y="408232"/>
                    <a:pt x="79772" y="338916"/>
                    <a:pt x="0" y="371475"/>
                  </a:cubicBezTo>
                  <a:cubicBezTo>
                    <a:pt x="-31028" y="268383"/>
                    <a:pt x="14513" y="121884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59687" y="-22569"/>
                    <a:pt x="213512" y="37785"/>
                    <a:pt x="371475" y="0"/>
                  </a:cubicBezTo>
                  <a:cubicBezTo>
                    <a:pt x="392745" y="154726"/>
                    <a:pt x="364393" y="250896"/>
                    <a:pt x="371475" y="371475"/>
                  </a:cubicBezTo>
                  <a:cubicBezTo>
                    <a:pt x="264911" y="397161"/>
                    <a:pt x="91550" y="371165"/>
                    <a:pt x="0" y="371475"/>
                  </a:cubicBezTo>
                  <a:cubicBezTo>
                    <a:pt x="-35628" y="241453"/>
                    <a:pt x="42900" y="122465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827931273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3" name="Rectangle 492">
              <a:extLst>
                <a:ext uri="{FF2B5EF4-FFF2-40B4-BE49-F238E27FC236}">
                  <a16:creationId xmlns:a16="http://schemas.microsoft.com/office/drawing/2014/main" id="{449C68A9-FF3A-A234-D311-0C5CD3242B64}"/>
                </a:ext>
              </a:extLst>
            </p:cNvPr>
            <p:cNvSpPr/>
            <p:nvPr/>
          </p:nvSpPr>
          <p:spPr>
            <a:xfrm>
              <a:off x="1828800" y="180022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03636" y="-28636"/>
                    <a:pt x="277817" y="23245"/>
                    <a:pt x="371475" y="0"/>
                  </a:cubicBezTo>
                  <a:cubicBezTo>
                    <a:pt x="394165" y="147930"/>
                    <a:pt x="342550" y="239667"/>
                    <a:pt x="371475" y="371475"/>
                  </a:cubicBezTo>
                  <a:cubicBezTo>
                    <a:pt x="205479" y="373329"/>
                    <a:pt x="151597" y="349896"/>
                    <a:pt x="0" y="371475"/>
                  </a:cubicBezTo>
                  <a:cubicBezTo>
                    <a:pt x="-43005" y="187119"/>
                    <a:pt x="11234" y="119851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43544" y="-30595"/>
                    <a:pt x="286730" y="29560"/>
                    <a:pt x="371475" y="0"/>
                  </a:cubicBezTo>
                  <a:cubicBezTo>
                    <a:pt x="387348" y="168651"/>
                    <a:pt x="351060" y="281079"/>
                    <a:pt x="371475" y="371475"/>
                  </a:cubicBezTo>
                  <a:cubicBezTo>
                    <a:pt x="281416" y="394091"/>
                    <a:pt x="156344" y="344215"/>
                    <a:pt x="0" y="371475"/>
                  </a:cubicBezTo>
                  <a:cubicBezTo>
                    <a:pt x="-35895" y="262095"/>
                    <a:pt x="27905" y="95290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702370174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4" name="Rectangle 493">
              <a:extLst>
                <a:ext uri="{FF2B5EF4-FFF2-40B4-BE49-F238E27FC236}">
                  <a16:creationId xmlns:a16="http://schemas.microsoft.com/office/drawing/2014/main" id="{7AEE375A-85CB-5AB5-042D-160B33F1F7F6}"/>
                </a:ext>
              </a:extLst>
            </p:cNvPr>
            <p:cNvSpPr/>
            <p:nvPr/>
          </p:nvSpPr>
          <p:spPr>
            <a:xfrm>
              <a:off x="2200275" y="180022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42219" y="-28251"/>
                    <a:pt x="224645" y="4624"/>
                    <a:pt x="371475" y="0"/>
                  </a:cubicBezTo>
                  <a:cubicBezTo>
                    <a:pt x="414404" y="106645"/>
                    <a:pt x="358320" y="204842"/>
                    <a:pt x="371475" y="371475"/>
                  </a:cubicBezTo>
                  <a:cubicBezTo>
                    <a:pt x="235228" y="379945"/>
                    <a:pt x="181820" y="365333"/>
                    <a:pt x="0" y="371475"/>
                  </a:cubicBezTo>
                  <a:cubicBezTo>
                    <a:pt x="-22914" y="217197"/>
                    <a:pt x="37936" y="85299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03660" y="-44200"/>
                    <a:pt x="226582" y="933"/>
                    <a:pt x="371475" y="0"/>
                  </a:cubicBezTo>
                  <a:cubicBezTo>
                    <a:pt x="379031" y="78885"/>
                    <a:pt x="371243" y="227614"/>
                    <a:pt x="371475" y="371475"/>
                  </a:cubicBezTo>
                  <a:cubicBezTo>
                    <a:pt x="254712" y="409238"/>
                    <a:pt x="144736" y="370125"/>
                    <a:pt x="0" y="371475"/>
                  </a:cubicBezTo>
                  <a:cubicBezTo>
                    <a:pt x="-41844" y="295443"/>
                    <a:pt x="7711" y="113812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668596994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5" name="Rectangle 494">
              <a:extLst>
                <a:ext uri="{FF2B5EF4-FFF2-40B4-BE49-F238E27FC236}">
                  <a16:creationId xmlns:a16="http://schemas.microsoft.com/office/drawing/2014/main" id="{81C7843A-81D3-FE00-4EAD-1C90B9A9F2FA}"/>
                </a:ext>
              </a:extLst>
            </p:cNvPr>
            <p:cNvSpPr/>
            <p:nvPr/>
          </p:nvSpPr>
          <p:spPr>
            <a:xfrm>
              <a:off x="2943225" y="180022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62194" y="-31345"/>
                    <a:pt x="295490" y="44311"/>
                    <a:pt x="371475" y="0"/>
                  </a:cubicBezTo>
                  <a:cubicBezTo>
                    <a:pt x="413649" y="177259"/>
                    <a:pt x="349423" y="249628"/>
                    <a:pt x="371475" y="371475"/>
                  </a:cubicBezTo>
                  <a:cubicBezTo>
                    <a:pt x="268889" y="374322"/>
                    <a:pt x="163910" y="331919"/>
                    <a:pt x="0" y="371475"/>
                  </a:cubicBezTo>
                  <a:cubicBezTo>
                    <a:pt x="-27599" y="212745"/>
                    <a:pt x="43637" y="105259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11706" y="-10544"/>
                    <a:pt x="271957" y="13730"/>
                    <a:pt x="371475" y="0"/>
                  </a:cubicBezTo>
                  <a:cubicBezTo>
                    <a:pt x="402723" y="132348"/>
                    <a:pt x="337245" y="190650"/>
                    <a:pt x="371475" y="371475"/>
                  </a:cubicBezTo>
                  <a:cubicBezTo>
                    <a:pt x="243010" y="411759"/>
                    <a:pt x="114964" y="359731"/>
                    <a:pt x="0" y="371475"/>
                  </a:cubicBezTo>
                  <a:cubicBezTo>
                    <a:pt x="-13777" y="254927"/>
                    <a:pt x="12042" y="146284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96428939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6" name="Rectangle 495">
              <a:extLst>
                <a:ext uri="{FF2B5EF4-FFF2-40B4-BE49-F238E27FC236}">
                  <a16:creationId xmlns:a16="http://schemas.microsoft.com/office/drawing/2014/main" id="{8BAF57B4-7A67-4769-3953-20A08BD95EAF}"/>
                </a:ext>
              </a:extLst>
            </p:cNvPr>
            <p:cNvSpPr/>
            <p:nvPr/>
          </p:nvSpPr>
          <p:spPr>
            <a:xfrm>
              <a:off x="2571750" y="180022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77032" y="-19834"/>
                    <a:pt x="259752" y="8695"/>
                    <a:pt x="371475" y="0"/>
                  </a:cubicBezTo>
                  <a:cubicBezTo>
                    <a:pt x="383198" y="166101"/>
                    <a:pt x="337069" y="209290"/>
                    <a:pt x="371475" y="371475"/>
                  </a:cubicBezTo>
                  <a:cubicBezTo>
                    <a:pt x="264316" y="391839"/>
                    <a:pt x="111208" y="346696"/>
                    <a:pt x="0" y="371475"/>
                  </a:cubicBezTo>
                  <a:cubicBezTo>
                    <a:pt x="-26904" y="290832"/>
                    <a:pt x="26488" y="146425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06221" y="-861"/>
                    <a:pt x="207205" y="36452"/>
                    <a:pt x="371475" y="0"/>
                  </a:cubicBezTo>
                  <a:cubicBezTo>
                    <a:pt x="411744" y="125128"/>
                    <a:pt x="348985" y="284436"/>
                    <a:pt x="371475" y="371475"/>
                  </a:cubicBezTo>
                  <a:cubicBezTo>
                    <a:pt x="221507" y="377218"/>
                    <a:pt x="117240" y="337870"/>
                    <a:pt x="0" y="371475"/>
                  </a:cubicBezTo>
                  <a:cubicBezTo>
                    <a:pt x="-19363" y="261304"/>
                    <a:pt x="9299" y="101436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2263218429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7" name="Rectangle 496">
              <a:extLst>
                <a:ext uri="{FF2B5EF4-FFF2-40B4-BE49-F238E27FC236}">
                  <a16:creationId xmlns:a16="http://schemas.microsoft.com/office/drawing/2014/main" id="{4AC01AA3-5A6C-9C58-9208-EA10E44C1FDD}"/>
                </a:ext>
              </a:extLst>
            </p:cNvPr>
            <p:cNvSpPr/>
            <p:nvPr/>
          </p:nvSpPr>
          <p:spPr>
            <a:xfrm>
              <a:off x="3314700" y="180022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30632" y="-21222"/>
                    <a:pt x="235793" y="8237"/>
                    <a:pt x="371475" y="0"/>
                  </a:cubicBezTo>
                  <a:cubicBezTo>
                    <a:pt x="387880" y="111794"/>
                    <a:pt x="341733" y="199206"/>
                    <a:pt x="371475" y="371475"/>
                  </a:cubicBezTo>
                  <a:cubicBezTo>
                    <a:pt x="243562" y="415856"/>
                    <a:pt x="94268" y="334161"/>
                    <a:pt x="0" y="371475"/>
                  </a:cubicBezTo>
                  <a:cubicBezTo>
                    <a:pt x="-19106" y="241779"/>
                    <a:pt x="2158" y="75115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84091" y="-12841"/>
                    <a:pt x="229798" y="29361"/>
                    <a:pt x="371475" y="0"/>
                  </a:cubicBezTo>
                  <a:cubicBezTo>
                    <a:pt x="414218" y="157636"/>
                    <a:pt x="368787" y="296890"/>
                    <a:pt x="371475" y="371475"/>
                  </a:cubicBezTo>
                  <a:cubicBezTo>
                    <a:pt x="252367" y="400245"/>
                    <a:pt x="99107" y="346590"/>
                    <a:pt x="0" y="371475"/>
                  </a:cubicBezTo>
                  <a:cubicBezTo>
                    <a:pt x="-17959" y="242153"/>
                    <a:pt x="40470" y="84374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910480944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8" name="Rectangle 497">
              <a:extLst>
                <a:ext uri="{FF2B5EF4-FFF2-40B4-BE49-F238E27FC236}">
                  <a16:creationId xmlns:a16="http://schemas.microsoft.com/office/drawing/2014/main" id="{8011CACF-6E0A-1609-FB92-F96826878E56}"/>
                </a:ext>
              </a:extLst>
            </p:cNvPr>
            <p:cNvSpPr/>
            <p:nvPr/>
          </p:nvSpPr>
          <p:spPr>
            <a:xfrm>
              <a:off x="3686175" y="180022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29439" y="-13946"/>
                    <a:pt x="221709" y="21016"/>
                    <a:pt x="371475" y="0"/>
                  </a:cubicBezTo>
                  <a:cubicBezTo>
                    <a:pt x="402884" y="143905"/>
                    <a:pt x="335060" y="257281"/>
                    <a:pt x="371475" y="371475"/>
                  </a:cubicBezTo>
                  <a:cubicBezTo>
                    <a:pt x="236042" y="391650"/>
                    <a:pt x="168995" y="331859"/>
                    <a:pt x="0" y="371475"/>
                  </a:cubicBezTo>
                  <a:cubicBezTo>
                    <a:pt x="-8597" y="245047"/>
                    <a:pt x="28466" y="116628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83430" y="-23692"/>
                    <a:pt x="242642" y="43460"/>
                    <a:pt x="371475" y="0"/>
                  </a:cubicBezTo>
                  <a:cubicBezTo>
                    <a:pt x="378919" y="183589"/>
                    <a:pt x="367237" y="249980"/>
                    <a:pt x="371475" y="371475"/>
                  </a:cubicBezTo>
                  <a:cubicBezTo>
                    <a:pt x="210744" y="413381"/>
                    <a:pt x="161588" y="333154"/>
                    <a:pt x="0" y="371475"/>
                  </a:cubicBezTo>
                  <a:cubicBezTo>
                    <a:pt x="-14995" y="283223"/>
                    <a:pt x="4473" y="144858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03689180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9" name="Rectangle 498">
              <a:extLst>
                <a:ext uri="{FF2B5EF4-FFF2-40B4-BE49-F238E27FC236}">
                  <a16:creationId xmlns:a16="http://schemas.microsoft.com/office/drawing/2014/main" id="{38E5598A-1A19-0C4E-D986-EAB058D2E665}"/>
                </a:ext>
              </a:extLst>
            </p:cNvPr>
            <p:cNvSpPr/>
            <p:nvPr/>
          </p:nvSpPr>
          <p:spPr>
            <a:xfrm>
              <a:off x="4429125" y="180022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11745" y="-3573"/>
                    <a:pt x="240161" y="43468"/>
                    <a:pt x="371475" y="0"/>
                  </a:cubicBezTo>
                  <a:cubicBezTo>
                    <a:pt x="401831" y="140842"/>
                    <a:pt x="337009" y="238056"/>
                    <a:pt x="371475" y="371475"/>
                  </a:cubicBezTo>
                  <a:cubicBezTo>
                    <a:pt x="253502" y="395920"/>
                    <a:pt x="146780" y="355639"/>
                    <a:pt x="0" y="371475"/>
                  </a:cubicBezTo>
                  <a:cubicBezTo>
                    <a:pt x="-33143" y="280421"/>
                    <a:pt x="16301" y="175239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77339" y="-31665"/>
                    <a:pt x="249527" y="26154"/>
                    <a:pt x="371475" y="0"/>
                  </a:cubicBezTo>
                  <a:cubicBezTo>
                    <a:pt x="379060" y="154819"/>
                    <a:pt x="331636" y="192810"/>
                    <a:pt x="371475" y="371475"/>
                  </a:cubicBezTo>
                  <a:cubicBezTo>
                    <a:pt x="270002" y="383669"/>
                    <a:pt x="79199" y="360746"/>
                    <a:pt x="0" y="371475"/>
                  </a:cubicBezTo>
                  <a:cubicBezTo>
                    <a:pt x="-7516" y="190379"/>
                    <a:pt x="4949" y="99781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854596197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0" name="Rectangle 499">
              <a:extLst>
                <a:ext uri="{FF2B5EF4-FFF2-40B4-BE49-F238E27FC236}">
                  <a16:creationId xmlns:a16="http://schemas.microsoft.com/office/drawing/2014/main" id="{5EB2D64B-1170-1C88-2A2E-0B058E99A8AB}"/>
                </a:ext>
              </a:extLst>
            </p:cNvPr>
            <p:cNvSpPr/>
            <p:nvPr/>
          </p:nvSpPr>
          <p:spPr>
            <a:xfrm>
              <a:off x="4057650" y="180022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64477" y="-2772"/>
                    <a:pt x="233383" y="15887"/>
                    <a:pt x="371475" y="0"/>
                  </a:cubicBezTo>
                  <a:cubicBezTo>
                    <a:pt x="395542" y="173321"/>
                    <a:pt x="350422" y="296703"/>
                    <a:pt x="371475" y="371475"/>
                  </a:cubicBezTo>
                  <a:cubicBezTo>
                    <a:pt x="198490" y="386991"/>
                    <a:pt x="137025" y="351622"/>
                    <a:pt x="0" y="371475"/>
                  </a:cubicBezTo>
                  <a:cubicBezTo>
                    <a:pt x="-17326" y="292477"/>
                    <a:pt x="7021" y="85494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35729" y="-33037"/>
                    <a:pt x="197659" y="20195"/>
                    <a:pt x="371475" y="0"/>
                  </a:cubicBezTo>
                  <a:cubicBezTo>
                    <a:pt x="385941" y="97571"/>
                    <a:pt x="367948" y="288365"/>
                    <a:pt x="371475" y="371475"/>
                  </a:cubicBezTo>
                  <a:cubicBezTo>
                    <a:pt x="220212" y="391562"/>
                    <a:pt x="150047" y="344852"/>
                    <a:pt x="0" y="371475"/>
                  </a:cubicBezTo>
                  <a:cubicBezTo>
                    <a:pt x="-33429" y="295057"/>
                    <a:pt x="37984" y="133764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67801087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1" name="Rectangle 500">
              <a:extLst>
                <a:ext uri="{FF2B5EF4-FFF2-40B4-BE49-F238E27FC236}">
                  <a16:creationId xmlns:a16="http://schemas.microsoft.com/office/drawing/2014/main" id="{C9BCE8EE-B275-9930-13A0-4BF9E74A42EA}"/>
                </a:ext>
              </a:extLst>
            </p:cNvPr>
            <p:cNvSpPr/>
            <p:nvPr/>
          </p:nvSpPr>
          <p:spPr>
            <a:xfrm>
              <a:off x="1828800" y="217170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62518" y="-5963"/>
                    <a:pt x="201816" y="43215"/>
                    <a:pt x="371475" y="0"/>
                  </a:cubicBezTo>
                  <a:cubicBezTo>
                    <a:pt x="384412" y="83631"/>
                    <a:pt x="341457" y="228739"/>
                    <a:pt x="371475" y="371475"/>
                  </a:cubicBezTo>
                  <a:cubicBezTo>
                    <a:pt x="245445" y="411676"/>
                    <a:pt x="121838" y="328029"/>
                    <a:pt x="0" y="371475"/>
                  </a:cubicBezTo>
                  <a:cubicBezTo>
                    <a:pt x="-15724" y="220093"/>
                    <a:pt x="26100" y="139270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79945" y="-945"/>
                    <a:pt x="280682" y="33201"/>
                    <a:pt x="371475" y="0"/>
                  </a:cubicBezTo>
                  <a:cubicBezTo>
                    <a:pt x="381371" y="150510"/>
                    <a:pt x="343775" y="203170"/>
                    <a:pt x="371475" y="371475"/>
                  </a:cubicBezTo>
                  <a:cubicBezTo>
                    <a:pt x="199139" y="413828"/>
                    <a:pt x="96534" y="350274"/>
                    <a:pt x="0" y="371475"/>
                  </a:cubicBezTo>
                  <a:cubicBezTo>
                    <a:pt x="-1566" y="293297"/>
                    <a:pt x="15018" y="135678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2966527019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2" name="Rectangle 501">
              <a:extLst>
                <a:ext uri="{FF2B5EF4-FFF2-40B4-BE49-F238E27FC236}">
                  <a16:creationId xmlns:a16="http://schemas.microsoft.com/office/drawing/2014/main" id="{86E97EF3-3039-0C18-B796-08F62F5943CE}"/>
                </a:ext>
              </a:extLst>
            </p:cNvPr>
            <p:cNvSpPr/>
            <p:nvPr/>
          </p:nvSpPr>
          <p:spPr>
            <a:xfrm>
              <a:off x="2200275" y="217170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82088" y="-22753"/>
                    <a:pt x="208336" y="25992"/>
                    <a:pt x="371475" y="0"/>
                  </a:cubicBezTo>
                  <a:cubicBezTo>
                    <a:pt x="397074" y="132049"/>
                    <a:pt x="344719" y="274032"/>
                    <a:pt x="371475" y="371475"/>
                  </a:cubicBezTo>
                  <a:cubicBezTo>
                    <a:pt x="245674" y="377990"/>
                    <a:pt x="77715" y="352477"/>
                    <a:pt x="0" y="371475"/>
                  </a:cubicBezTo>
                  <a:cubicBezTo>
                    <a:pt x="-8052" y="243877"/>
                    <a:pt x="1049" y="166217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45455" y="-15355"/>
                    <a:pt x="192051" y="26638"/>
                    <a:pt x="371475" y="0"/>
                  </a:cubicBezTo>
                  <a:cubicBezTo>
                    <a:pt x="388896" y="135185"/>
                    <a:pt x="366404" y="246702"/>
                    <a:pt x="371475" y="371475"/>
                  </a:cubicBezTo>
                  <a:cubicBezTo>
                    <a:pt x="231039" y="401112"/>
                    <a:pt x="134844" y="348026"/>
                    <a:pt x="0" y="371475"/>
                  </a:cubicBezTo>
                  <a:cubicBezTo>
                    <a:pt x="-43871" y="191460"/>
                    <a:pt x="15096" y="180373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054783309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3" name="Rectangle 502">
              <a:extLst>
                <a:ext uri="{FF2B5EF4-FFF2-40B4-BE49-F238E27FC236}">
                  <a16:creationId xmlns:a16="http://schemas.microsoft.com/office/drawing/2014/main" id="{FD41CD2D-EC09-6042-26A0-C818AF15EEA0}"/>
                </a:ext>
              </a:extLst>
            </p:cNvPr>
            <p:cNvSpPr/>
            <p:nvPr/>
          </p:nvSpPr>
          <p:spPr>
            <a:xfrm>
              <a:off x="2943225" y="217170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58796" y="-41444"/>
                    <a:pt x="255882" y="29948"/>
                    <a:pt x="371475" y="0"/>
                  </a:cubicBezTo>
                  <a:cubicBezTo>
                    <a:pt x="377861" y="152958"/>
                    <a:pt x="346226" y="237431"/>
                    <a:pt x="371475" y="371475"/>
                  </a:cubicBezTo>
                  <a:cubicBezTo>
                    <a:pt x="226583" y="400173"/>
                    <a:pt x="162915" y="359016"/>
                    <a:pt x="0" y="371475"/>
                  </a:cubicBezTo>
                  <a:cubicBezTo>
                    <a:pt x="-18809" y="245349"/>
                    <a:pt x="36714" y="104315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05548" y="-19668"/>
                    <a:pt x="230708" y="26928"/>
                    <a:pt x="371475" y="0"/>
                  </a:cubicBezTo>
                  <a:cubicBezTo>
                    <a:pt x="414048" y="80751"/>
                    <a:pt x="328088" y="236780"/>
                    <a:pt x="371475" y="371475"/>
                  </a:cubicBezTo>
                  <a:cubicBezTo>
                    <a:pt x="222749" y="380807"/>
                    <a:pt x="163948" y="329389"/>
                    <a:pt x="0" y="371475"/>
                  </a:cubicBezTo>
                  <a:cubicBezTo>
                    <a:pt x="-14085" y="274929"/>
                    <a:pt x="17400" y="163906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4023245830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4" name="Rectangle 503">
              <a:extLst>
                <a:ext uri="{FF2B5EF4-FFF2-40B4-BE49-F238E27FC236}">
                  <a16:creationId xmlns:a16="http://schemas.microsoft.com/office/drawing/2014/main" id="{4628CC0B-5FE1-8035-451D-2F414942DC0D}"/>
                </a:ext>
              </a:extLst>
            </p:cNvPr>
            <p:cNvSpPr/>
            <p:nvPr/>
          </p:nvSpPr>
          <p:spPr>
            <a:xfrm>
              <a:off x="2571750" y="217170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33272" y="-15490"/>
                    <a:pt x="281119" y="19663"/>
                    <a:pt x="371475" y="0"/>
                  </a:cubicBezTo>
                  <a:cubicBezTo>
                    <a:pt x="393214" y="170457"/>
                    <a:pt x="341286" y="220443"/>
                    <a:pt x="371475" y="371475"/>
                  </a:cubicBezTo>
                  <a:cubicBezTo>
                    <a:pt x="242479" y="374414"/>
                    <a:pt x="108271" y="330535"/>
                    <a:pt x="0" y="371475"/>
                  </a:cubicBezTo>
                  <a:cubicBezTo>
                    <a:pt x="-14684" y="192569"/>
                    <a:pt x="13435" y="126833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44349" y="-17114"/>
                    <a:pt x="191858" y="12219"/>
                    <a:pt x="371475" y="0"/>
                  </a:cubicBezTo>
                  <a:cubicBezTo>
                    <a:pt x="412267" y="95352"/>
                    <a:pt x="333566" y="239260"/>
                    <a:pt x="371475" y="371475"/>
                  </a:cubicBezTo>
                  <a:cubicBezTo>
                    <a:pt x="267112" y="401137"/>
                    <a:pt x="122718" y="364376"/>
                    <a:pt x="0" y="371475"/>
                  </a:cubicBezTo>
                  <a:cubicBezTo>
                    <a:pt x="-5345" y="286630"/>
                    <a:pt x="14067" y="78865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47234053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5" name="Rectangle 504">
              <a:extLst>
                <a:ext uri="{FF2B5EF4-FFF2-40B4-BE49-F238E27FC236}">
                  <a16:creationId xmlns:a16="http://schemas.microsoft.com/office/drawing/2014/main" id="{216C4327-DABE-C530-EDE1-0D17BDD89D78}"/>
                </a:ext>
              </a:extLst>
            </p:cNvPr>
            <p:cNvSpPr/>
            <p:nvPr/>
          </p:nvSpPr>
          <p:spPr>
            <a:xfrm>
              <a:off x="3314700" y="217170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25372" y="-3810"/>
                    <a:pt x="210175" y="39970"/>
                    <a:pt x="371475" y="0"/>
                  </a:cubicBezTo>
                  <a:cubicBezTo>
                    <a:pt x="374716" y="108691"/>
                    <a:pt x="345983" y="266763"/>
                    <a:pt x="371475" y="371475"/>
                  </a:cubicBezTo>
                  <a:cubicBezTo>
                    <a:pt x="253962" y="400830"/>
                    <a:pt x="92740" y="352484"/>
                    <a:pt x="0" y="371475"/>
                  </a:cubicBezTo>
                  <a:cubicBezTo>
                    <a:pt x="-14810" y="203557"/>
                    <a:pt x="44259" y="107723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50137" y="-24813"/>
                    <a:pt x="221506" y="30596"/>
                    <a:pt x="371475" y="0"/>
                  </a:cubicBezTo>
                  <a:cubicBezTo>
                    <a:pt x="397910" y="168107"/>
                    <a:pt x="368565" y="264912"/>
                    <a:pt x="371475" y="371475"/>
                  </a:cubicBezTo>
                  <a:cubicBezTo>
                    <a:pt x="296704" y="382629"/>
                    <a:pt x="76065" y="341521"/>
                    <a:pt x="0" y="371475"/>
                  </a:cubicBezTo>
                  <a:cubicBezTo>
                    <a:pt x="-24961" y="287513"/>
                    <a:pt x="38095" y="182958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039301856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6" name="Rectangle 505">
              <a:extLst>
                <a:ext uri="{FF2B5EF4-FFF2-40B4-BE49-F238E27FC236}">
                  <a16:creationId xmlns:a16="http://schemas.microsoft.com/office/drawing/2014/main" id="{9FE841DD-2C96-3034-98EA-E377E304B71C}"/>
                </a:ext>
              </a:extLst>
            </p:cNvPr>
            <p:cNvSpPr/>
            <p:nvPr/>
          </p:nvSpPr>
          <p:spPr>
            <a:xfrm>
              <a:off x="3686175" y="217170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53745" y="-26245"/>
                    <a:pt x="286262" y="39156"/>
                    <a:pt x="371475" y="0"/>
                  </a:cubicBezTo>
                  <a:cubicBezTo>
                    <a:pt x="399340" y="136334"/>
                    <a:pt x="335966" y="260977"/>
                    <a:pt x="371475" y="371475"/>
                  </a:cubicBezTo>
                  <a:cubicBezTo>
                    <a:pt x="292171" y="395014"/>
                    <a:pt x="144120" y="333434"/>
                    <a:pt x="0" y="371475"/>
                  </a:cubicBezTo>
                  <a:cubicBezTo>
                    <a:pt x="-3388" y="266684"/>
                    <a:pt x="41124" y="83974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64467" y="-16999"/>
                    <a:pt x="187134" y="35105"/>
                    <a:pt x="371475" y="0"/>
                  </a:cubicBezTo>
                  <a:cubicBezTo>
                    <a:pt x="409289" y="75313"/>
                    <a:pt x="364092" y="259331"/>
                    <a:pt x="371475" y="371475"/>
                  </a:cubicBezTo>
                  <a:cubicBezTo>
                    <a:pt x="246450" y="373110"/>
                    <a:pt x="107977" y="348112"/>
                    <a:pt x="0" y="371475"/>
                  </a:cubicBezTo>
                  <a:cubicBezTo>
                    <a:pt x="-18106" y="264443"/>
                    <a:pt x="6179" y="155761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095288341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7" name="Rectangle 506">
              <a:extLst>
                <a:ext uri="{FF2B5EF4-FFF2-40B4-BE49-F238E27FC236}">
                  <a16:creationId xmlns:a16="http://schemas.microsoft.com/office/drawing/2014/main" id="{6A300ACD-C483-B35D-9F04-A199CA00FC3B}"/>
                </a:ext>
              </a:extLst>
            </p:cNvPr>
            <p:cNvSpPr/>
            <p:nvPr/>
          </p:nvSpPr>
          <p:spPr>
            <a:xfrm>
              <a:off x="4429125" y="217170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75932" y="-18331"/>
                    <a:pt x="187168" y="24016"/>
                    <a:pt x="371475" y="0"/>
                  </a:cubicBezTo>
                  <a:cubicBezTo>
                    <a:pt x="401332" y="94810"/>
                    <a:pt x="327111" y="206074"/>
                    <a:pt x="371475" y="371475"/>
                  </a:cubicBezTo>
                  <a:cubicBezTo>
                    <a:pt x="294650" y="382672"/>
                    <a:pt x="151391" y="349334"/>
                    <a:pt x="0" y="371475"/>
                  </a:cubicBezTo>
                  <a:cubicBezTo>
                    <a:pt x="-4279" y="248558"/>
                    <a:pt x="10097" y="183159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83097" y="-42333"/>
                    <a:pt x="204646" y="41074"/>
                    <a:pt x="371475" y="0"/>
                  </a:cubicBezTo>
                  <a:cubicBezTo>
                    <a:pt x="396836" y="155256"/>
                    <a:pt x="346447" y="197436"/>
                    <a:pt x="371475" y="371475"/>
                  </a:cubicBezTo>
                  <a:cubicBezTo>
                    <a:pt x="248578" y="400150"/>
                    <a:pt x="105260" y="334395"/>
                    <a:pt x="0" y="371475"/>
                  </a:cubicBezTo>
                  <a:cubicBezTo>
                    <a:pt x="-24770" y="248724"/>
                    <a:pt x="14418" y="125601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2881128549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8" name="Rectangle 507">
              <a:extLst>
                <a:ext uri="{FF2B5EF4-FFF2-40B4-BE49-F238E27FC236}">
                  <a16:creationId xmlns:a16="http://schemas.microsoft.com/office/drawing/2014/main" id="{A8FD57C3-6983-3845-E7F6-C990B84ABDF1}"/>
                </a:ext>
              </a:extLst>
            </p:cNvPr>
            <p:cNvSpPr/>
            <p:nvPr/>
          </p:nvSpPr>
          <p:spPr>
            <a:xfrm>
              <a:off x="4057650" y="217170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39525" y="-35396"/>
                    <a:pt x="290735" y="27118"/>
                    <a:pt x="371475" y="0"/>
                  </a:cubicBezTo>
                  <a:cubicBezTo>
                    <a:pt x="385620" y="146803"/>
                    <a:pt x="343346" y="266699"/>
                    <a:pt x="371475" y="371475"/>
                  </a:cubicBezTo>
                  <a:cubicBezTo>
                    <a:pt x="264587" y="383763"/>
                    <a:pt x="122151" y="348074"/>
                    <a:pt x="0" y="371475"/>
                  </a:cubicBezTo>
                  <a:cubicBezTo>
                    <a:pt x="-24001" y="224788"/>
                    <a:pt x="3368" y="182354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53261" y="-13204"/>
                    <a:pt x="185995" y="38887"/>
                    <a:pt x="371475" y="0"/>
                  </a:cubicBezTo>
                  <a:cubicBezTo>
                    <a:pt x="385006" y="90092"/>
                    <a:pt x="332467" y="197152"/>
                    <a:pt x="371475" y="371475"/>
                  </a:cubicBezTo>
                  <a:cubicBezTo>
                    <a:pt x="202958" y="389469"/>
                    <a:pt x="164461" y="333085"/>
                    <a:pt x="0" y="371475"/>
                  </a:cubicBezTo>
                  <a:cubicBezTo>
                    <a:pt x="-15154" y="188987"/>
                    <a:pt x="20714" y="148975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805193467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9" name="Rectangle 508">
              <a:extLst>
                <a:ext uri="{FF2B5EF4-FFF2-40B4-BE49-F238E27FC236}">
                  <a16:creationId xmlns:a16="http://schemas.microsoft.com/office/drawing/2014/main" id="{C04F2C54-99E3-7E54-872A-D207E16D9EA9}"/>
                </a:ext>
              </a:extLst>
            </p:cNvPr>
            <p:cNvSpPr/>
            <p:nvPr/>
          </p:nvSpPr>
          <p:spPr>
            <a:xfrm>
              <a:off x="1828800" y="254317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82217" y="-42756"/>
                    <a:pt x="212070" y="35969"/>
                    <a:pt x="371475" y="0"/>
                  </a:cubicBezTo>
                  <a:cubicBezTo>
                    <a:pt x="402452" y="114885"/>
                    <a:pt x="341486" y="275573"/>
                    <a:pt x="371475" y="371475"/>
                  </a:cubicBezTo>
                  <a:cubicBezTo>
                    <a:pt x="239468" y="378049"/>
                    <a:pt x="89177" y="332008"/>
                    <a:pt x="0" y="371475"/>
                  </a:cubicBezTo>
                  <a:cubicBezTo>
                    <a:pt x="-26608" y="222279"/>
                    <a:pt x="35466" y="76118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64336" y="-19790"/>
                    <a:pt x="293056" y="17637"/>
                    <a:pt x="371475" y="0"/>
                  </a:cubicBezTo>
                  <a:cubicBezTo>
                    <a:pt x="387759" y="131168"/>
                    <a:pt x="356469" y="262610"/>
                    <a:pt x="371475" y="371475"/>
                  </a:cubicBezTo>
                  <a:cubicBezTo>
                    <a:pt x="294555" y="387093"/>
                    <a:pt x="156127" y="352865"/>
                    <a:pt x="0" y="371475"/>
                  </a:cubicBezTo>
                  <a:cubicBezTo>
                    <a:pt x="-43482" y="262897"/>
                    <a:pt x="24962" y="130782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2466151150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0" name="Rectangle 509">
              <a:extLst>
                <a:ext uri="{FF2B5EF4-FFF2-40B4-BE49-F238E27FC236}">
                  <a16:creationId xmlns:a16="http://schemas.microsoft.com/office/drawing/2014/main" id="{9B931127-E49A-6800-673F-A5FC0F5BA635}"/>
                </a:ext>
              </a:extLst>
            </p:cNvPr>
            <p:cNvSpPr/>
            <p:nvPr/>
          </p:nvSpPr>
          <p:spPr>
            <a:xfrm>
              <a:off x="2200275" y="254317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09481" y="-39664"/>
                    <a:pt x="246012" y="32323"/>
                    <a:pt x="371475" y="0"/>
                  </a:cubicBezTo>
                  <a:cubicBezTo>
                    <a:pt x="377691" y="92591"/>
                    <a:pt x="365946" y="232493"/>
                    <a:pt x="371475" y="371475"/>
                  </a:cubicBezTo>
                  <a:cubicBezTo>
                    <a:pt x="272443" y="385513"/>
                    <a:pt x="126528" y="330189"/>
                    <a:pt x="0" y="371475"/>
                  </a:cubicBezTo>
                  <a:cubicBezTo>
                    <a:pt x="-16898" y="255127"/>
                    <a:pt x="18746" y="171610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83958" y="-37723"/>
                    <a:pt x="236238" y="22779"/>
                    <a:pt x="371475" y="0"/>
                  </a:cubicBezTo>
                  <a:cubicBezTo>
                    <a:pt x="383512" y="97752"/>
                    <a:pt x="354907" y="186277"/>
                    <a:pt x="371475" y="371475"/>
                  </a:cubicBezTo>
                  <a:cubicBezTo>
                    <a:pt x="273008" y="409999"/>
                    <a:pt x="123135" y="349997"/>
                    <a:pt x="0" y="371475"/>
                  </a:cubicBezTo>
                  <a:cubicBezTo>
                    <a:pt x="-1570" y="251374"/>
                    <a:pt x="25176" y="183149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2134288958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1" name="Rectangle 510">
              <a:extLst>
                <a:ext uri="{FF2B5EF4-FFF2-40B4-BE49-F238E27FC236}">
                  <a16:creationId xmlns:a16="http://schemas.microsoft.com/office/drawing/2014/main" id="{3FB4876A-87BC-053B-B526-0A56BF265EA0}"/>
                </a:ext>
              </a:extLst>
            </p:cNvPr>
            <p:cNvSpPr/>
            <p:nvPr/>
          </p:nvSpPr>
          <p:spPr>
            <a:xfrm>
              <a:off x="2943225" y="254317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77849" y="-19951"/>
                    <a:pt x="197032" y="7779"/>
                    <a:pt x="371475" y="0"/>
                  </a:cubicBezTo>
                  <a:cubicBezTo>
                    <a:pt x="388903" y="80861"/>
                    <a:pt x="340296" y="287721"/>
                    <a:pt x="371475" y="371475"/>
                  </a:cubicBezTo>
                  <a:cubicBezTo>
                    <a:pt x="252487" y="385525"/>
                    <a:pt x="156968" y="333207"/>
                    <a:pt x="0" y="371475"/>
                  </a:cubicBezTo>
                  <a:cubicBezTo>
                    <a:pt x="-8150" y="191979"/>
                    <a:pt x="13278" y="169080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04749" y="-38188"/>
                    <a:pt x="266198" y="44058"/>
                    <a:pt x="371475" y="0"/>
                  </a:cubicBezTo>
                  <a:cubicBezTo>
                    <a:pt x="401041" y="157502"/>
                    <a:pt x="332865" y="296054"/>
                    <a:pt x="371475" y="371475"/>
                  </a:cubicBezTo>
                  <a:cubicBezTo>
                    <a:pt x="203754" y="390146"/>
                    <a:pt x="159561" y="369586"/>
                    <a:pt x="0" y="371475"/>
                  </a:cubicBezTo>
                  <a:cubicBezTo>
                    <a:pt x="-11296" y="192972"/>
                    <a:pt x="5234" y="100027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669304040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2" name="Rectangle 511">
              <a:extLst>
                <a:ext uri="{FF2B5EF4-FFF2-40B4-BE49-F238E27FC236}">
                  <a16:creationId xmlns:a16="http://schemas.microsoft.com/office/drawing/2014/main" id="{F43104DB-2C6B-D9E1-7C74-A40384A1F48D}"/>
                </a:ext>
              </a:extLst>
            </p:cNvPr>
            <p:cNvSpPr/>
            <p:nvPr/>
          </p:nvSpPr>
          <p:spPr>
            <a:xfrm>
              <a:off x="2571750" y="254317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24438" y="-16854"/>
                    <a:pt x="274361" y="23252"/>
                    <a:pt x="371475" y="0"/>
                  </a:cubicBezTo>
                  <a:cubicBezTo>
                    <a:pt x="387804" y="181093"/>
                    <a:pt x="353590" y="222320"/>
                    <a:pt x="371475" y="371475"/>
                  </a:cubicBezTo>
                  <a:cubicBezTo>
                    <a:pt x="218080" y="374190"/>
                    <a:pt x="96610" y="369183"/>
                    <a:pt x="0" y="371475"/>
                  </a:cubicBezTo>
                  <a:cubicBezTo>
                    <a:pt x="-4187" y="206034"/>
                    <a:pt x="14083" y="98056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67655" y="-12556"/>
                    <a:pt x="254747" y="4034"/>
                    <a:pt x="371475" y="0"/>
                  </a:cubicBezTo>
                  <a:cubicBezTo>
                    <a:pt x="384454" y="113172"/>
                    <a:pt x="364526" y="263335"/>
                    <a:pt x="371475" y="371475"/>
                  </a:cubicBezTo>
                  <a:cubicBezTo>
                    <a:pt x="209628" y="411661"/>
                    <a:pt x="158196" y="370490"/>
                    <a:pt x="0" y="371475"/>
                  </a:cubicBezTo>
                  <a:cubicBezTo>
                    <a:pt x="-13923" y="232927"/>
                    <a:pt x="36773" y="83417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668362016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3" name="Rectangle 512">
              <a:extLst>
                <a:ext uri="{FF2B5EF4-FFF2-40B4-BE49-F238E27FC236}">
                  <a16:creationId xmlns:a16="http://schemas.microsoft.com/office/drawing/2014/main" id="{05ED720C-A292-3AA0-752E-B2478A1C1CEC}"/>
                </a:ext>
              </a:extLst>
            </p:cNvPr>
            <p:cNvSpPr/>
            <p:nvPr/>
          </p:nvSpPr>
          <p:spPr>
            <a:xfrm>
              <a:off x="3314700" y="254317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86852" y="-27539"/>
                    <a:pt x="196613" y="31457"/>
                    <a:pt x="371475" y="0"/>
                  </a:cubicBezTo>
                  <a:cubicBezTo>
                    <a:pt x="399127" y="158037"/>
                    <a:pt x="330255" y="197291"/>
                    <a:pt x="371475" y="371475"/>
                  </a:cubicBezTo>
                  <a:cubicBezTo>
                    <a:pt x="224723" y="397114"/>
                    <a:pt x="151408" y="371029"/>
                    <a:pt x="0" y="371475"/>
                  </a:cubicBezTo>
                  <a:cubicBezTo>
                    <a:pt x="-20841" y="251470"/>
                    <a:pt x="18911" y="131057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10866" y="-9116"/>
                    <a:pt x="190634" y="2738"/>
                    <a:pt x="371475" y="0"/>
                  </a:cubicBezTo>
                  <a:cubicBezTo>
                    <a:pt x="410219" y="106535"/>
                    <a:pt x="356652" y="193988"/>
                    <a:pt x="371475" y="371475"/>
                  </a:cubicBezTo>
                  <a:cubicBezTo>
                    <a:pt x="292188" y="409826"/>
                    <a:pt x="118775" y="335492"/>
                    <a:pt x="0" y="371475"/>
                  </a:cubicBezTo>
                  <a:cubicBezTo>
                    <a:pt x="-783" y="277130"/>
                    <a:pt x="11496" y="126533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604804790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4" name="Rectangle 513">
              <a:extLst>
                <a:ext uri="{FF2B5EF4-FFF2-40B4-BE49-F238E27FC236}">
                  <a16:creationId xmlns:a16="http://schemas.microsoft.com/office/drawing/2014/main" id="{1F9210F3-FF04-EAF2-2B45-A05F84BD16E7}"/>
                </a:ext>
              </a:extLst>
            </p:cNvPr>
            <p:cNvSpPr/>
            <p:nvPr/>
          </p:nvSpPr>
          <p:spPr>
            <a:xfrm>
              <a:off x="3686175" y="254317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79794" y="-27452"/>
                    <a:pt x="289173" y="11256"/>
                    <a:pt x="371475" y="0"/>
                  </a:cubicBezTo>
                  <a:cubicBezTo>
                    <a:pt x="395714" y="91777"/>
                    <a:pt x="348661" y="205813"/>
                    <a:pt x="371475" y="371475"/>
                  </a:cubicBezTo>
                  <a:cubicBezTo>
                    <a:pt x="275605" y="413340"/>
                    <a:pt x="85822" y="345128"/>
                    <a:pt x="0" y="371475"/>
                  </a:cubicBezTo>
                  <a:cubicBezTo>
                    <a:pt x="-42903" y="268004"/>
                    <a:pt x="25306" y="109411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04797" y="-33002"/>
                    <a:pt x="210436" y="36876"/>
                    <a:pt x="371475" y="0"/>
                  </a:cubicBezTo>
                  <a:cubicBezTo>
                    <a:pt x="384312" y="104138"/>
                    <a:pt x="357904" y="214553"/>
                    <a:pt x="371475" y="371475"/>
                  </a:cubicBezTo>
                  <a:cubicBezTo>
                    <a:pt x="205290" y="381714"/>
                    <a:pt x="183204" y="330674"/>
                    <a:pt x="0" y="371475"/>
                  </a:cubicBezTo>
                  <a:cubicBezTo>
                    <a:pt x="-28882" y="216883"/>
                    <a:pt x="37611" y="85220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133035996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5" name="Rectangle 514">
              <a:extLst>
                <a:ext uri="{FF2B5EF4-FFF2-40B4-BE49-F238E27FC236}">
                  <a16:creationId xmlns:a16="http://schemas.microsoft.com/office/drawing/2014/main" id="{379CFD6A-6878-8F5F-E6B8-EEE202864D1A}"/>
                </a:ext>
              </a:extLst>
            </p:cNvPr>
            <p:cNvSpPr/>
            <p:nvPr/>
          </p:nvSpPr>
          <p:spPr>
            <a:xfrm>
              <a:off x="4429125" y="254317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74546" y="-9934"/>
                    <a:pt x="221253" y="15275"/>
                    <a:pt x="371475" y="0"/>
                  </a:cubicBezTo>
                  <a:cubicBezTo>
                    <a:pt x="408173" y="158178"/>
                    <a:pt x="365037" y="244544"/>
                    <a:pt x="371475" y="371475"/>
                  </a:cubicBezTo>
                  <a:cubicBezTo>
                    <a:pt x="295126" y="374839"/>
                    <a:pt x="75179" y="341876"/>
                    <a:pt x="0" y="371475"/>
                  </a:cubicBezTo>
                  <a:cubicBezTo>
                    <a:pt x="-40877" y="270412"/>
                    <a:pt x="43261" y="110118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63478" y="-24650"/>
                    <a:pt x="191241" y="40237"/>
                    <a:pt x="371475" y="0"/>
                  </a:cubicBezTo>
                  <a:cubicBezTo>
                    <a:pt x="403263" y="97439"/>
                    <a:pt x="361970" y="225680"/>
                    <a:pt x="371475" y="371475"/>
                  </a:cubicBezTo>
                  <a:cubicBezTo>
                    <a:pt x="241615" y="405162"/>
                    <a:pt x="112238" y="336867"/>
                    <a:pt x="0" y="371475"/>
                  </a:cubicBezTo>
                  <a:cubicBezTo>
                    <a:pt x="-19310" y="275704"/>
                    <a:pt x="28370" y="146671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7044179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6" name="Rectangle 515">
              <a:extLst>
                <a:ext uri="{FF2B5EF4-FFF2-40B4-BE49-F238E27FC236}">
                  <a16:creationId xmlns:a16="http://schemas.microsoft.com/office/drawing/2014/main" id="{588CD8A0-E7AD-6940-6531-F0ABD17598C3}"/>
                </a:ext>
              </a:extLst>
            </p:cNvPr>
            <p:cNvSpPr/>
            <p:nvPr/>
          </p:nvSpPr>
          <p:spPr>
            <a:xfrm>
              <a:off x="4057650" y="254317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38374" y="-42999"/>
                    <a:pt x="198732" y="24319"/>
                    <a:pt x="371475" y="0"/>
                  </a:cubicBezTo>
                  <a:cubicBezTo>
                    <a:pt x="375248" y="80565"/>
                    <a:pt x="367498" y="189961"/>
                    <a:pt x="371475" y="371475"/>
                  </a:cubicBezTo>
                  <a:cubicBezTo>
                    <a:pt x="241593" y="390921"/>
                    <a:pt x="136724" y="367944"/>
                    <a:pt x="0" y="371475"/>
                  </a:cubicBezTo>
                  <a:cubicBezTo>
                    <a:pt x="-8158" y="197322"/>
                    <a:pt x="12165" y="105180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75582" y="-703"/>
                    <a:pt x="203038" y="26803"/>
                    <a:pt x="371475" y="0"/>
                  </a:cubicBezTo>
                  <a:cubicBezTo>
                    <a:pt x="393322" y="113660"/>
                    <a:pt x="347532" y="205019"/>
                    <a:pt x="371475" y="371475"/>
                  </a:cubicBezTo>
                  <a:cubicBezTo>
                    <a:pt x="237842" y="394116"/>
                    <a:pt x="100584" y="342187"/>
                    <a:pt x="0" y="371475"/>
                  </a:cubicBezTo>
                  <a:cubicBezTo>
                    <a:pt x="-23655" y="222228"/>
                    <a:pt x="23095" y="80775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536869036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7" name="Rectangle 516">
              <a:extLst>
                <a:ext uri="{FF2B5EF4-FFF2-40B4-BE49-F238E27FC236}">
                  <a16:creationId xmlns:a16="http://schemas.microsoft.com/office/drawing/2014/main" id="{43F4DC3A-E368-2811-FF73-8AB2E5476C1E}"/>
                </a:ext>
              </a:extLst>
            </p:cNvPr>
            <p:cNvSpPr/>
            <p:nvPr/>
          </p:nvSpPr>
          <p:spPr>
            <a:xfrm>
              <a:off x="1828800" y="291465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64972" y="-40030"/>
                    <a:pt x="214136" y="19368"/>
                    <a:pt x="371475" y="0"/>
                  </a:cubicBezTo>
                  <a:cubicBezTo>
                    <a:pt x="404098" y="104014"/>
                    <a:pt x="330755" y="193821"/>
                    <a:pt x="371475" y="371475"/>
                  </a:cubicBezTo>
                  <a:cubicBezTo>
                    <a:pt x="199726" y="393967"/>
                    <a:pt x="75820" y="362500"/>
                    <a:pt x="0" y="371475"/>
                  </a:cubicBezTo>
                  <a:cubicBezTo>
                    <a:pt x="-21278" y="206866"/>
                    <a:pt x="26695" y="126503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85145" y="-568"/>
                    <a:pt x="261285" y="23282"/>
                    <a:pt x="371475" y="0"/>
                  </a:cubicBezTo>
                  <a:cubicBezTo>
                    <a:pt x="397905" y="84017"/>
                    <a:pt x="342598" y="200978"/>
                    <a:pt x="371475" y="371475"/>
                  </a:cubicBezTo>
                  <a:cubicBezTo>
                    <a:pt x="279553" y="384975"/>
                    <a:pt x="92379" y="347282"/>
                    <a:pt x="0" y="371475"/>
                  </a:cubicBezTo>
                  <a:cubicBezTo>
                    <a:pt x="-8647" y="241870"/>
                    <a:pt x="39171" y="89403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74750439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8" name="Rectangle 517">
              <a:extLst>
                <a:ext uri="{FF2B5EF4-FFF2-40B4-BE49-F238E27FC236}">
                  <a16:creationId xmlns:a16="http://schemas.microsoft.com/office/drawing/2014/main" id="{B6515E68-5B27-76E9-BA76-71A0C1BC8FC2}"/>
                </a:ext>
              </a:extLst>
            </p:cNvPr>
            <p:cNvSpPr/>
            <p:nvPr/>
          </p:nvSpPr>
          <p:spPr>
            <a:xfrm>
              <a:off x="2200275" y="291465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03445" y="-21823"/>
                    <a:pt x="205989" y="25619"/>
                    <a:pt x="371475" y="0"/>
                  </a:cubicBezTo>
                  <a:cubicBezTo>
                    <a:pt x="393540" y="166420"/>
                    <a:pt x="359418" y="280541"/>
                    <a:pt x="371475" y="371475"/>
                  </a:cubicBezTo>
                  <a:cubicBezTo>
                    <a:pt x="276278" y="396379"/>
                    <a:pt x="165742" y="368085"/>
                    <a:pt x="0" y="371475"/>
                  </a:cubicBezTo>
                  <a:cubicBezTo>
                    <a:pt x="-10764" y="278470"/>
                    <a:pt x="38286" y="174390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50553" y="-1559"/>
                    <a:pt x="192349" y="24255"/>
                    <a:pt x="371475" y="0"/>
                  </a:cubicBezTo>
                  <a:cubicBezTo>
                    <a:pt x="394710" y="100456"/>
                    <a:pt x="367362" y="291231"/>
                    <a:pt x="371475" y="371475"/>
                  </a:cubicBezTo>
                  <a:cubicBezTo>
                    <a:pt x="201661" y="375229"/>
                    <a:pt x="87863" y="340655"/>
                    <a:pt x="0" y="371475"/>
                  </a:cubicBezTo>
                  <a:cubicBezTo>
                    <a:pt x="-32171" y="279002"/>
                    <a:pt x="40969" y="127596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2380295470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9" name="Rectangle 518">
              <a:extLst>
                <a:ext uri="{FF2B5EF4-FFF2-40B4-BE49-F238E27FC236}">
                  <a16:creationId xmlns:a16="http://schemas.microsoft.com/office/drawing/2014/main" id="{E4CABB1D-442A-E60A-A73D-53F343B197FC}"/>
                </a:ext>
              </a:extLst>
            </p:cNvPr>
            <p:cNvSpPr/>
            <p:nvPr/>
          </p:nvSpPr>
          <p:spPr>
            <a:xfrm>
              <a:off x="2943225" y="291465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35117" y="-30899"/>
                    <a:pt x="229632" y="3483"/>
                    <a:pt x="371475" y="0"/>
                  </a:cubicBezTo>
                  <a:cubicBezTo>
                    <a:pt x="386880" y="149416"/>
                    <a:pt x="353989" y="195393"/>
                    <a:pt x="371475" y="371475"/>
                  </a:cubicBezTo>
                  <a:cubicBezTo>
                    <a:pt x="278508" y="385147"/>
                    <a:pt x="178766" y="335360"/>
                    <a:pt x="0" y="371475"/>
                  </a:cubicBezTo>
                  <a:cubicBezTo>
                    <a:pt x="-4362" y="295775"/>
                    <a:pt x="23074" y="155630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31721" y="-1471"/>
                    <a:pt x="190443" y="24202"/>
                    <a:pt x="371475" y="0"/>
                  </a:cubicBezTo>
                  <a:cubicBezTo>
                    <a:pt x="386223" y="166329"/>
                    <a:pt x="357857" y="286995"/>
                    <a:pt x="371475" y="371475"/>
                  </a:cubicBezTo>
                  <a:cubicBezTo>
                    <a:pt x="214078" y="372442"/>
                    <a:pt x="157320" y="342206"/>
                    <a:pt x="0" y="371475"/>
                  </a:cubicBezTo>
                  <a:cubicBezTo>
                    <a:pt x="-43594" y="251823"/>
                    <a:pt x="42850" y="104736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829097984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0" name="Rectangle 519">
              <a:extLst>
                <a:ext uri="{FF2B5EF4-FFF2-40B4-BE49-F238E27FC236}">
                  <a16:creationId xmlns:a16="http://schemas.microsoft.com/office/drawing/2014/main" id="{D55B81FB-A735-A10F-1505-7745E04AB204}"/>
                </a:ext>
              </a:extLst>
            </p:cNvPr>
            <p:cNvSpPr/>
            <p:nvPr/>
          </p:nvSpPr>
          <p:spPr>
            <a:xfrm>
              <a:off x="2571750" y="291465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82039" y="-8723"/>
                    <a:pt x="201822" y="326"/>
                    <a:pt x="371475" y="0"/>
                  </a:cubicBezTo>
                  <a:cubicBezTo>
                    <a:pt x="409117" y="172818"/>
                    <a:pt x="366873" y="282561"/>
                    <a:pt x="371475" y="371475"/>
                  </a:cubicBezTo>
                  <a:cubicBezTo>
                    <a:pt x="230645" y="379285"/>
                    <a:pt x="121975" y="370266"/>
                    <a:pt x="0" y="371475"/>
                  </a:cubicBezTo>
                  <a:cubicBezTo>
                    <a:pt x="-12268" y="196921"/>
                    <a:pt x="11220" y="138999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87207" y="-40437"/>
                    <a:pt x="235370" y="9009"/>
                    <a:pt x="371475" y="0"/>
                  </a:cubicBezTo>
                  <a:cubicBezTo>
                    <a:pt x="373060" y="82200"/>
                    <a:pt x="358551" y="279656"/>
                    <a:pt x="371475" y="371475"/>
                  </a:cubicBezTo>
                  <a:cubicBezTo>
                    <a:pt x="272216" y="408620"/>
                    <a:pt x="181362" y="361641"/>
                    <a:pt x="0" y="371475"/>
                  </a:cubicBezTo>
                  <a:cubicBezTo>
                    <a:pt x="-35120" y="213518"/>
                    <a:pt x="16696" y="167147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558844424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1" name="Rectangle 520">
              <a:extLst>
                <a:ext uri="{FF2B5EF4-FFF2-40B4-BE49-F238E27FC236}">
                  <a16:creationId xmlns:a16="http://schemas.microsoft.com/office/drawing/2014/main" id="{9DF5178F-DE5A-6421-2EA3-A35280DA4C3D}"/>
                </a:ext>
              </a:extLst>
            </p:cNvPr>
            <p:cNvSpPr/>
            <p:nvPr/>
          </p:nvSpPr>
          <p:spPr>
            <a:xfrm>
              <a:off x="3314700" y="291465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62220" y="-13423"/>
                    <a:pt x="195443" y="25604"/>
                    <a:pt x="371475" y="0"/>
                  </a:cubicBezTo>
                  <a:cubicBezTo>
                    <a:pt x="383895" y="127298"/>
                    <a:pt x="356031" y="271101"/>
                    <a:pt x="371475" y="371475"/>
                  </a:cubicBezTo>
                  <a:cubicBezTo>
                    <a:pt x="260852" y="409772"/>
                    <a:pt x="80886" y="358752"/>
                    <a:pt x="0" y="371475"/>
                  </a:cubicBezTo>
                  <a:cubicBezTo>
                    <a:pt x="-31357" y="290855"/>
                    <a:pt x="44545" y="89007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11855" y="-23949"/>
                    <a:pt x="267228" y="31545"/>
                    <a:pt x="371475" y="0"/>
                  </a:cubicBezTo>
                  <a:cubicBezTo>
                    <a:pt x="389675" y="92995"/>
                    <a:pt x="343588" y="193535"/>
                    <a:pt x="371475" y="371475"/>
                  </a:cubicBezTo>
                  <a:cubicBezTo>
                    <a:pt x="206658" y="411705"/>
                    <a:pt x="92580" y="363912"/>
                    <a:pt x="0" y="371475"/>
                  </a:cubicBezTo>
                  <a:cubicBezTo>
                    <a:pt x="-17027" y="240155"/>
                    <a:pt x="23400" y="114029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588631857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2" name="Rectangle 521">
              <a:extLst>
                <a:ext uri="{FF2B5EF4-FFF2-40B4-BE49-F238E27FC236}">
                  <a16:creationId xmlns:a16="http://schemas.microsoft.com/office/drawing/2014/main" id="{3139F83E-E040-6273-4255-E19AD967B589}"/>
                </a:ext>
              </a:extLst>
            </p:cNvPr>
            <p:cNvSpPr/>
            <p:nvPr/>
          </p:nvSpPr>
          <p:spPr>
            <a:xfrm>
              <a:off x="3686175" y="291465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81017" y="-21088"/>
                    <a:pt x="191706" y="11678"/>
                    <a:pt x="371475" y="0"/>
                  </a:cubicBezTo>
                  <a:cubicBezTo>
                    <a:pt x="384520" y="166930"/>
                    <a:pt x="358576" y="281363"/>
                    <a:pt x="371475" y="371475"/>
                  </a:cubicBezTo>
                  <a:cubicBezTo>
                    <a:pt x="214929" y="375627"/>
                    <a:pt x="155785" y="359933"/>
                    <a:pt x="0" y="371475"/>
                  </a:cubicBezTo>
                  <a:cubicBezTo>
                    <a:pt x="-29901" y="256334"/>
                    <a:pt x="13287" y="89171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70759" y="-186"/>
                    <a:pt x="294394" y="32674"/>
                    <a:pt x="371475" y="0"/>
                  </a:cubicBezTo>
                  <a:cubicBezTo>
                    <a:pt x="402412" y="175470"/>
                    <a:pt x="327297" y="238053"/>
                    <a:pt x="371475" y="371475"/>
                  </a:cubicBezTo>
                  <a:cubicBezTo>
                    <a:pt x="233586" y="379838"/>
                    <a:pt x="176778" y="335658"/>
                    <a:pt x="0" y="371475"/>
                  </a:cubicBezTo>
                  <a:cubicBezTo>
                    <a:pt x="-41111" y="280392"/>
                    <a:pt x="32803" y="173163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83042409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3" name="Rectangle 522">
              <a:extLst>
                <a:ext uri="{FF2B5EF4-FFF2-40B4-BE49-F238E27FC236}">
                  <a16:creationId xmlns:a16="http://schemas.microsoft.com/office/drawing/2014/main" id="{2AE1A5EF-0583-AF36-5833-EDC75E19AD16}"/>
                </a:ext>
              </a:extLst>
            </p:cNvPr>
            <p:cNvSpPr/>
            <p:nvPr/>
          </p:nvSpPr>
          <p:spPr>
            <a:xfrm>
              <a:off x="4429125" y="291465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23036" y="-39914"/>
                    <a:pt x="214041" y="42267"/>
                    <a:pt x="371475" y="0"/>
                  </a:cubicBezTo>
                  <a:cubicBezTo>
                    <a:pt x="373695" y="184532"/>
                    <a:pt x="334757" y="210824"/>
                    <a:pt x="371475" y="371475"/>
                  </a:cubicBezTo>
                  <a:cubicBezTo>
                    <a:pt x="252974" y="415599"/>
                    <a:pt x="103409" y="357374"/>
                    <a:pt x="0" y="371475"/>
                  </a:cubicBezTo>
                  <a:cubicBezTo>
                    <a:pt x="-5737" y="272815"/>
                    <a:pt x="31253" y="180546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07514" y="-8717"/>
                    <a:pt x="224040" y="31325"/>
                    <a:pt x="371475" y="0"/>
                  </a:cubicBezTo>
                  <a:cubicBezTo>
                    <a:pt x="413569" y="112102"/>
                    <a:pt x="349469" y="255482"/>
                    <a:pt x="371475" y="371475"/>
                  </a:cubicBezTo>
                  <a:cubicBezTo>
                    <a:pt x="293242" y="389870"/>
                    <a:pt x="117135" y="339310"/>
                    <a:pt x="0" y="371475"/>
                  </a:cubicBezTo>
                  <a:cubicBezTo>
                    <a:pt x="-9725" y="251191"/>
                    <a:pt x="3143" y="133646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914981268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4" name="Rectangle 523">
              <a:extLst>
                <a:ext uri="{FF2B5EF4-FFF2-40B4-BE49-F238E27FC236}">
                  <a16:creationId xmlns:a16="http://schemas.microsoft.com/office/drawing/2014/main" id="{508FEB6E-3D30-07B3-0F46-3DB392428F3C}"/>
                </a:ext>
              </a:extLst>
            </p:cNvPr>
            <p:cNvSpPr/>
            <p:nvPr/>
          </p:nvSpPr>
          <p:spPr>
            <a:xfrm>
              <a:off x="4057650" y="291465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92397" y="-15026"/>
                    <a:pt x="251447" y="20555"/>
                    <a:pt x="371475" y="0"/>
                  </a:cubicBezTo>
                  <a:cubicBezTo>
                    <a:pt x="402450" y="75196"/>
                    <a:pt x="338384" y="269734"/>
                    <a:pt x="371475" y="371475"/>
                  </a:cubicBezTo>
                  <a:cubicBezTo>
                    <a:pt x="206450" y="401655"/>
                    <a:pt x="130107" y="370735"/>
                    <a:pt x="0" y="371475"/>
                  </a:cubicBezTo>
                  <a:cubicBezTo>
                    <a:pt x="-6950" y="208873"/>
                    <a:pt x="3396" y="80799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95064" y="-30281"/>
                    <a:pt x="202831" y="3063"/>
                    <a:pt x="371475" y="0"/>
                  </a:cubicBezTo>
                  <a:cubicBezTo>
                    <a:pt x="374271" y="97040"/>
                    <a:pt x="348337" y="296640"/>
                    <a:pt x="371475" y="371475"/>
                  </a:cubicBezTo>
                  <a:cubicBezTo>
                    <a:pt x="297059" y="409523"/>
                    <a:pt x="123959" y="365211"/>
                    <a:pt x="0" y="371475"/>
                  </a:cubicBezTo>
                  <a:cubicBezTo>
                    <a:pt x="-4080" y="280629"/>
                    <a:pt x="37039" y="171730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946667533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5" name="Rectangle 524">
              <a:extLst>
                <a:ext uri="{FF2B5EF4-FFF2-40B4-BE49-F238E27FC236}">
                  <a16:creationId xmlns:a16="http://schemas.microsoft.com/office/drawing/2014/main" id="{BEE122DB-259C-497E-D8BD-1EF1EF4B253F}"/>
                </a:ext>
              </a:extLst>
            </p:cNvPr>
            <p:cNvSpPr/>
            <p:nvPr/>
          </p:nvSpPr>
          <p:spPr>
            <a:xfrm>
              <a:off x="1828800" y="254317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65825" y="-43258"/>
                    <a:pt x="222107" y="21239"/>
                    <a:pt x="371475" y="0"/>
                  </a:cubicBezTo>
                  <a:cubicBezTo>
                    <a:pt x="415914" y="101845"/>
                    <a:pt x="340469" y="193194"/>
                    <a:pt x="371475" y="371475"/>
                  </a:cubicBezTo>
                  <a:cubicBezTo>
                    <a:pt x="263461" y="386571"/>
                    <a:pt x="143735" y="352228"/>
                    <a:pt x="0" y="371475"/>
                  </a:cubicBezTo>
                  <a:cubicBezTo>
                    <a:pt x="-43831" y="218902"/>
                    <a:pt x="31310" y="139278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50207" y="-14275"/>
                    <a:pt x="209659" y="34531"/>
                    <a:pt x="371475" y="0"/>
                  </a:cubicBezTo>
                  <a:cubicBezTo>
                    <a:pt x="388922" y="182600"/>
                    <a:pt x="352159" y="246151"/>
                    <a:pt x="371475" y="371475"/>
                  </a:cubicBezTo>
                  <a:cubicBezTo>
                    <a:pt x="226101" y="401875"/>
                    <a:pt x="146256" y="369026"/>
                    <a:pt x="0" y="371475"/>
                  </a:cubicBezTo>
                  <a:cubicBezTo>
                    <a:pt x="-36904" y="198464"/>
                    <a:pt x="30299" y="107440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340640313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6" name="Rectangle 525">
              <a:extLst>
                <a:ext uri="{FF2B5EF4-FFF2-40B4-BE49-F238E27FC236}">
                  <a16:creationId xmlns:a16="http://schemas.microsoft.com/office/drawing/2014/main" id="{1FF0D709-3534-ED82-92C7-6936EB4B2021}"/>
                </a:ext>
              </a:extLst>
            </p:cNvPr>
            <p:cNvSpPr/>
            <p:nvPr/>
          </p:nvSpPr>
          <p:spPr>
            <a:xfrm>
              <a:off x="2200275" y="254317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58747" y="-1774"/>
                    <a:pt x="242500" y="8447"/>
                    <a:pt x="371475" y="0"/>
                  </a:cubicBezTo>
                  <a:cubicBezTo>
                    <a:pt x="382778" y="81968"/>
                    <a:pt x="366212" y="199671"/>
                    <a:pt x="371475" y="371475"/>
                  </a:cubicBezTo>
                  <a:cubicBezTo>
                    <a:pt x="291663" y="388526"/>
                    <a:pt x="185268" y="331577"/>
                    <a:pt x="0" y="371475"/>
                  </a:cubicBezTo>
                  <a:cubicBezTo>
                    <a:pt x="-40327" y="220725"/>
                    <a:pt x="18370" y="171976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03835" y="-806"/>
                    <a:pt x="191067" y="16619"/>
                    <a:pt x="371475" y="0"/>
                  </a:cubicBezTo>
                  <a:cubicBezTo>
                    <a:pt x="412127" y="123812"/>
                    <a:pt x="333118" y="210032"/>
                    <a:pt x="371475" y="371475"/>
                  </a:cubicBezTo>
                  <a:cubicBezTo>
                    <a:pt x="219301" y="392195"/>
                    <a:pt x="183181" y="333494"/>
                    <a:pt x="0" y="371475"/>
                  </a:cubicBezTo>
                  <a:cubicBezTo>
                    <a:pt x="-25653" y="238246"/>
                    <a:pt x="19870" y="102238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989661447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7" name="Rectangle 526">
              <a:extLst>
                <a:ext uri="{FF2B5EF4-FFF2-40B4-BE49-F238E27FC236}">
                  <a16:creationId xmlns:a16="http://schemas.microsoft.com/office/drawing/2014/main" id="{F766DE47-01A1-6338-93A5-7DA65654B1B4}"/>
                </a:ext>
              </a:extLst>
            </p:cNvPr>
            <p:cNvSpPr/>
            <p:nvPr/>
          </p:nvSpPr>
          <p:spPr>
            <a:xfrm>
              <a:off x="2943225" y="254317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84389" y="-3567"/>
                    <a:pt x="232184" y="8192"/>
                    <a:pt x="371475" y="0"/>
                  </a:cubicBezTo>
                  <a:cubicBezTo>
                    <a:pt x="377242" y="149526"/>
                    <a:pt x="330385" y="244808"/>
                    <a:pt x="371475" y="371475"/>
                  </a:cubicBezTo>
                  <a:cubicBezTo>
                    <a:pt x="195757" y="387515"/>
                    <a:pt x="178532" y="343773"/>
                    <a:pt x="0" y="371475"/>
                  </a:cubicBezTo>
                  <a:cubicBezTo>
                    <a:pt x="-15429" y="194237"/>
                    <a:pt x="28324" y="182053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99147" y="-8383"/>
                    <a:pt x="195384" y="11254"/>
                    <a:pt x="371475" y="0"/>
                  </a:cubicBezTo>
                  <a:cubicBezTo>
                    <a:pt x="376757" y="145018"/>
                    <a:pt x="355289" y="255305"/>
                    <a:pt x="371475" y="371475"/>
                  </a:cubicBezTo>
                  <a:cubicBezTo>
                    <a:pt x="286765" y="396974"/>
                    <a:pt x="102831" y="331549"/>
                    <a:pt x="0" y="371475"/>
                  </a:cubicBezTo>
                  <a:cubicBezTo>
                    <a:pt x="-17586" y="191440"/>
                    <a:pt x="42753" y="102006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022179993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8" name="Rectangle 527">
              <a:extLst>
                <a:ext uri="{FF2B5EF4-FFF2-40B4-BE49-F238E27FC236}">
                  <a16:creationId xmlns:a16="http://schemas.microsoft.com/office/drawing/2014/main" id="{08D284BF-7D90-FE8C-007D-D2B916954741}"/>
                </a:ext>
              </a:extLst>
            </p:cNvPr>
            <p:cNvSpPr/>
            <p:nvPr/>
          </p:nvSpPr>
          <p:spPr>
            <a:xfrm>
              <a:off x="2571750" y="254317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93331" y="-27569"/>
                    <a:pt x="296854" y="29145"/>
                    <a:pt x="371475" y="0"/>
                  </a:cubicBezTo>
                  <a:cubicBezTo>
                    <a:pt x="401928" y="81535"/>
                    <a:pt x="357744" y="237545"/>
                    <a:pt x="371475" y="371475"/>
                  </a:cubicBezTo>
                  <a:cubicBezTo>
                    <a:pt x="213529" y="395287"/>
                    <a:pt x="176622" y="340977"/>
                    <a:pt x="0" y="371475"/>
                  </a:cubicBezTo>
                  <a:cubicBezTo>
                    <a:pt x="-37054" y="261745"/>
                    <a:pt x="42874" y="88993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33214" y="-13509"/>
                    <a:pt x="213520" y="40210"/>
                    <a:pt x="371475" y="0"/>
                  </a:cubicBezTo>
                  <a:cubicBezTo>
                    <a:pt x="400140" y="82014"/>
                    <a:pt x="327282" y="237688"/>
                    <a:pt x="371475" y="371475"/>
                  </a:cubicBezTo>
                  <a:cubicBezTo>
                    <a:pt x="241981" y="389383"/>
                    <a:pt x="146440" y="339457"/>
                    <a:pt x="0" y="371475"/>
                  </a:cubicBezTo>
                  <a:cubicBezTo>
                    <a:pt x="-32977" y="235587"/>
                    <a:pt x="22236" y="84926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3041523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9" name="Rectangle 528">
              <a:extLst>
                <a:ext uri="{FF2B5EF4-FFF2-40B4-BE49-F238E27FC236}">
                  <a16:creationId xmlns:a16="http://schemas.microsoft.com/office/drawing/2014/main" id="{A3126323-826B-F00A-C660-0FCD38E9B4B8}"/>
                </a:ext>
              </a:extLst>
            </p:cNvPr>
            <p:cNvSpPr/>
            <p:nvPr/>
          </p:nvSpPr>
          <p:spPr>
            <a:xfrm>
              <a:off x="3314700" y="254317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59429" y="-9416"/>
                    <a:pt x="210271" y="35666"/>
                    <a:pt x="371475" y="0"/>
                  </a:cubicBezTo>
                  <a:cubicBezTo>
                    <a:pt x="412359" y="172878"/>
                    <a:pt x="357571" y="203753"/>
                    <a:pt x="371475" y="371475"/>
                  </a:cubicBezTo>
                  <a:cubicBezTo>
                    <a:pt x="192907" y="377710"/>
                    <a:pt x="103656" y="366807"/>
                    <a:pt x="0" y="371475"/>
                  </a:cubicBezTo>
                  <a:cubicBezTo>
                    <a:pt x="-31441" y="287665"/>
                    <a:pt x="17557" y="149071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67679" y="-44479"/>
                    <a:pt x="229777" y="11181"/>
                    <a:pt x="371475" y="0"/>
                  </a:cubicBezTo>
                  <a:cubicBezTo>
                    <a:pt x="375629" y="95904"/>
                    <a:pt x="352788" y="228743"/>
                    <a:pt x="371475" y="371475"/>
                  </a:cubicBezTo>
                  <a:cubicBezTo>
                    <a:pt x="246337" y="398704"/>
                    <a:pt x="159135" y="356650"/>
                    <a:pt x="0" y="371475"/>
                  </a:cubicBezTo>
                  <a:cubicBezTo>
                    <a:pt x="-26509" y="267572"/>
                    <a:pt x="39577" y="78834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678648534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0" name="Rectangle 529">
              <a:extLst>
                <a:ext uri="{FF2B5EF4-FFF2-40B4-BE49-F238E27FC236}">
                  <a16:creationId xmlns:a16="http://schemas.microsoft.com/office/drawing/2014/main" id="{17580BEE-3587-83BE-72F7-1E0B7B6D1F93}"/>
                </a:ext>
              </a:extLst>
            </p:cNvPr>
            <p:cNvSpPr/>
            <p:nvPr/>
          </p:nvSpPr>
          <p:spPr>
            <a:xfrm>
              <a:off x="3686175" y="254317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57750" y="-40519"/>
                    <a:pt x="213259" y="43294"/>
                    <a:pt x="371475" y="0"/>
                  </a:cubicBezTo>
                  <a:cubicBezTo>
                    <a:pt x="398563" y="79530"/>
                    <a:pt x="340423" y="238814"/>
                    <a:pt x="371475" y="371475"/>
                  </a:cubicBezTo>
                  <a:cubicBezTo>
                    <a:pt x="251648" y="388535"/>
                    <a:pt x="84607" y="360612"/>
                    <a:pt x="0" y="371475"/>
                  </a:cubicBezTo>
                  <a:cubicBezTo>
                    <a:pt x="-8313" y="222733"/>
                    <a:pt x="38887" y="141350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00995" y="-24744"/>
                    <a:pt x="192906" y="23840"/>
                    <a:pt x="371475" y="0"/>
                  </a:cubicBezTo>
                  <a:cubicBezTo>
                    <a:pt x="412517" y="140102"/>
                    <a:pt x="340791" y="252626"/>
                    <a:pt x="371475" y="371475"/>
                  </a:cubicBezTo>
                  <a:cubicBezTo>
                    <a:pt x="218792" y="402318"/>
                    <a:pt x="112302" y="357812"/>
                    <a:pt x="0" y="371475"/>
                  </a:cubicBezTo>
                  <a:cubicBezTo>
                    <a:pt x="-24543" y="218121"/>
                    <a:pt x="39669" y="176113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804389258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1" name="Rectangle 530">
              <a:extLst>
                <a:ext uri="{FF2B5EF4-FFF2-40B4-BE49-F238E27FC236}">
                  <a16:creationId xmlns:a16="http://schemas.microsoft.com/office/drawing/2014/main" id="{E3092711-A20C-0B1A-58F3-A4B31949918E}"/>
                </a:ext>
              </a:extLst>
            </p:cNvPr>
            <p:cNvSpPr/>
            <p:nvPr/>
          </p:nvSpPr>
          <p:spPr>
            <a:xfrm>
              <a:off x="4429125" y="254317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13348" y="-12830"/>
                    <a:pt x="210983" y="38862"/>
                    <a:pt x="371475" y="0"/>
                  </a:cubicBezTo>
                  <a:cubicBezTo>
                    <a:pt x="396342" y="159604"/>
                    <a:pt x="347358" y="290954"/>
                    <a:pt x="371475" y="371475"/>
                  </a:cubicBezTo>
                  <a:cubicBezTo>
                    <a:pt x="252187" y="389352"/>
                    <a:pt x="118515" y="331235"/>
                    <a:pt x="0" y="371475"/>
                  </a:cubicBezTo>
                  <a:cubicBezTo>
                    <a:pt x="-5767" y="240199"/>
                    <a:pt x="16806" y="171802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91828" y="-23638"/>
                    <a:pt x="219521" y="34726"/>
                    <a:pt x="371475" y="0"/>
                  </a:cubicBezTo>
                  <a:cubicBezTo>
                    <a:pt x="374243" y="137842"/>
                    <a:pt x="336662" y="260569"/>
                    <a:pt x="371475" y="371475"/>
                  </a:cubicBezTo>
                  <a:cubicBezTo>
                    <a:pt x="269558" y="390144"/>
                    <a:pt x="122697" y="369497"/>
                    <a:pt x="0" y="371475"/>
                  </a:cubicBezTo>
                  <a:cubicBezTo>
                    <a:pt x="-12676" y="189097"/>
                    <a:pt x="9905" y="122656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96763558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2" name="Rectangle 531">
              <a:extLst>
                <a:ext uri="{FF2B5EF4-FFF2-40B4-BE49-F238E27FC236}">
                  <a16:creationId xmlns:a16="http://schemas.microsoft.com/office/drawing/2014/main" id="{6F6077B1-BE9A-B5C3-7EAE-D6F9D463BADE}"/>
                </a:ext>
              </a:extLst>
            </p:cNvPr>
            <p:cNvSpPr/>
            <p:nvPr/>
          </p:nvSpPr>
          <p:spPr>
            <a:xfrm>
              <a:off x="4057650" y="254317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01788" y="-42381"/>
                    <a:pt x="280832" y="1370"/>
                    <a:pt x="371475" y="0"/>
                  </a:cubicBezTo>
                  <a:cubicBezTo>
                    <a:pt x="410402" y="82634"/>
                    <a:pt x="333326" y="199345"/>
                    <a:pt x="371475" y="371475"/>
                  </a:cubicBezTo>
                  <a:cubicBezTo>
                    <a:pt x="260862" y="382836"/>
                    <a:pt x="96831" y="341859"/>
                    <a:pt x="0" y="371475"/>
                  </a:cubicBezTo>
                  <a:cubicBezTo>
                    <a:pt x="-36962" y="261029"/>
                    <a:pt x="37176" y="75929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79937" y="-41575"/>
                    <a:pt x="219905" y="4437"/>
                    <a:pt x="371475" y="0"/>
                  </a:cubicBezTo>
                  <a:cubicBezTo>
                    <a:pt x="415943" y="122085"/>
                    <a:pt x="346888" y="207167"/>
                    <a:pt x="371475" y="371475"/>
                  </a:cubicBezTo>
                  <a:cubicBezTo>
                    <a:pt x="238304" y="374351"/>
                    <a:pt x="175526" y="362024"/>
                    <a:pt x="0" y="371475"/>
                  </a:cubicBezTo>
                  <a:cubicBezTo>
                    <a:pt x="-17976" y="257670"/>
                    <a:pt x="24984" y="158872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669719777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3" name="Rectangle 532">
              <a:extLst>
                <a:ext uri="{FF2B5EF4-FFF2-40B4-BE49-F238E27FC236}">
                  <a16:creationId xmlns:a16="http://schemas.microsoft.com/office/drawing/2014/main" id="{3A94F073-84F3-41ED-1617-B985772058D6}"/>
                </a:ext>
              </a:extLst>
            </p:cNvPr>
            <p:cNvSpPr/>
            <p:nvPr/>
          </p:nvSpPr>
          <p:spPr>
            <a:xfrm>
              <a:off x="1828800" y="291465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28969" y="-363"/>
                    <a:pt x="195850" y="16972"/>
                    <a:pt x="371475" y="0"/>
                  </a:cubicBezTo>
                  <a:cubicBezTo>
                    <a:pt x="383496" y="102014"/>
                    <a:pt x="351683" y="253900"/>
                    <a:pt x="371475" y="371475"/>
                  </a:cubicBezTo>
                  <a:cubicBezTo>
                    <a:pt x="288548" y="413380"/>
                    <a:pt x="145916" y="342694"/>
                    <a:pt x="0" y="371475"/>
                  </a:cubicBezTo>
                  <a:cubicBezTo>
                    <a:pt x="-26236" y="218364"/>
                    <a:pt x="31805" y="164504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16430" y="-38795"/>
                    <a:pt x="247787" y="42369"/>
                    <a:pt x="371475" y="0"/>
                  </a:cubicBezTo>
                  <a:cubicBezTo>
                    <a:pt x="372043" y="107574"/>
                    <a:pt x="335424" y="205800"/>
                    <a:pt x="371475" y="371475"/>
                  </a:cubicBezTo>
                  <a:cubicBezTo>
                    <a:pt x="190134" y="414797"/>
                    <a:pt x="86875" y="360482"/>
                    <a:pt x="0" y="371475"/>
                  </a:cubicBezTo>
                  <a:cubicBezTo>
                    <a:pt x="-9070" y="214234"/>
                    <a:pt x="36004" y="148197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524972971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4" name="Rectangle 533">
              <a:extLst>
                <a:ext uri="{FF2B5EF4-FFF2-40B4-BE49-F238E27FC236}">
                  <a16:creationId xmlns:a16="http://schemas.microsoft.com/office/drawing/2014/main" id="{4C44A8AD-B934-BFEA-AAE9-2D979FDD7F65}"/>
                </a:ext>
              </a:extLst>
            </p:cNvPr>
            <p:cNvSpPr/>
            <p:nvPr/>
          </p:nvSpPr>
          <p:spPr>
            <a:xfrm>
              <a:off x="2200275" y="291465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47491" y="-37908"/>
                    <a:pt x="277058" y="24820"/>
                    <a:pt x="371475" y="0"/>
                  </a:cubicBezTo>
                  <a:cubicBezTo>
                    <a:pt x="408654" y="129228"/>
                    <a:pt x="332944" y="210476"/>
                    <a:pt x="371475" y="371475"/>
                  </a:cubicBezTo>
                  <a:cubicBezTo>
                    <a:pt x="267146" y="386761"/>
                    <a:pt x="81819" y="344553"/>
                    <a:pt x="0" y="371475"/>
                  </a:cubicBezTo>
                  <a:cubicBezTo>
                    <a:pt x="-8698" y="279396"/>
                    <a:pt x="34266" y="112985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21025" y="-18133"/>
                    <a:pt x="239388" y="35678"/>
                    <a:pt x="371475" y="0"/>
                  </a:cubicBezTo>
                  <a:cubicBezTo>
                    <a:pt x="402930" y="95579"/>
                    <a:pt x="329681" y="280000"/>
                    <a:pt x="371475" y="371475"/>
                  </a:cubicBezTo>
                  <a:cubicBezTo>
                    <a:pt x="204907" y="392744"/>
                    <a:pt x="162251" y="345690"/>
                    <a:pt x="0" y="371475"/>
                  </a:cubicBezTo>
                  <a:cubicBezTo>
                    <a:pt x="-31254" y="281256"/>
                    <a:pt x="6145" y="131877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2133682591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5" name="Rectangle 534">
              <a:extLst>
                <a:ext uri="{FF2B5EF4-FFF2-40B4-BE49-F238E27FC236}">
                  <a16:creationId xmlns:a16="http://schemas.microsoft.com/office/drawing/2014/main" id="{7C7094A8-F4C6-364A-8A93-DAFE58C976A1}"/>
                </a:ext>
              </a:extLst>
            </p:cNvPr>
            <p:cNvSpPr/>
            <p:nvPr/>
          </p:nvSpPr>
          <p:spPr>
            <a:xfrm>
              <a:off x="2943225" y="291465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37442" y="-21264"/>
                    <a:pt x="280133" y="27854"/>
                    <a:pt x="371475" y="0"/>
                  </a:cubicBezTo>
                  <a:cubicBezTo>
                    <a:pt x="407645" y="137281"/>
                    <a:pt x="368471" y="238083"/>
                    <a:pt x="371475" y="371475"/>
                  </a:cubicBezTo>
                  <a:cubicBezTo>
                    <a:pt x="266088" y="394472"/>
                    <a:pt x="90217" y="348852"/>
                    <a:pt x="0" y="371475"/>
                  </a:cubicBezTo>
                  <a:cubicBezTo>
                    <a:pt x="-12178" y="255536"/>
                    <a:pt x="43664" y="77311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40855" y="-33281"/>
                    <a:pt x="290094" y="14893"/>
                    <a:pt x="371475" y="0"/>
                  </a:cubicBezTo>
                  <a:cubicBezTo>
                    <a:pt x="377162" y="96794"/>
                    <a:pt x="356159" y="284725"/>
                    <a:pt x="371475" y="371475"/>
                  </a:cubicBezTo>
                  <a:cubicBezTo>
                    <a:pt x="216064" y="378032"/>
                    <a:pt x="111726" y="371419"/>
                    <a:pt x="0" y="371475"/>
                  </a:cubicBezTo>
                  <a:cubicBezTo>
                    <a:pt x="-43822" y="242816"/>
                    <a:pt x="3814" y="170065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3443435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6" name="Rectangle 535">
              <a:extLst>
                <a:ext uri="{FF2B5EF4-FFF2-40B4-BE49-F238E27FC236}">
                  <a16:creationId xmlns:a16="http://schemas.microsoft.com/office/drawing/2014/main" id="{8B062D43-C475-F730-02A5-E959C518295A}"/>
                </a:ext>
              </a:extLst>
            </p:cNvPr>
            <p:cNvSpPr/>
            <p:nvPr/>
          </p:nvSpPr>
          <p:spPr>
            <a:xfrm>
              <a:off x="2571750" y="291465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54694" y="-7950"/>
                    <a:pt x="286626" y="13874"/>
                    <a:pt x="371475" y="0"/>
                  </a:cubicBezTo>
                  <a:cubicBezTo>
                    <a:pt x="400507" y="98232"/>
                    <a:pt x="353264" y="192050"/>
                    <a:pt x="371475" y="371475"/>
                  </a:cubicBezTo>
                  <a:cubicBezTo>
                    <a:pt x="269748" y="394469"/>
                    <a:pt x="121803" y="329532"/>
                    <a:pt x="0" y="371475"/>
                  </a:cubicBezTo>
                  <a:cubicBezTo>
                    <a:pt x="-23302" y="216200"/>
                    <a:pt x="6903" y="122517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71460" y="-11257"/>
                    <a:pt x="231698" y="10193"/>
                    <a:pt x="371475" y="0"/>
                  </a:cubicBezTo>
                  <a:cubicBezTo>
                    <a:pt x="414223" y="114588"/>
                    <a:pt x="326930" y="272997"/>
                    <a:pt x="371475" y="371475"/>
                  </a:cubicBezTo>
                  <a:cubicBezTo>
                    <a:pt x="206663" y="414640"/>
                    <a:pt x="148020" y="334751"/>
                    <a:pt x="0" y="371475"/>
                  </a:cubicBezTo>
                  <a:cubicBezTo>
                    <a:pt x="-5897" y="217785"/>
                    <a:pt x="43661" y="101553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2479935533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7" name="Rectangle 536">
              <a:extLst>
                <a:ext uri="{FF2B5EF4-FFF2-40B4-BE49-F238E27FC236}">
                  <a16:creationId xmlns:a16="http://schemas.microsoft.com/office/drawing/2014/main" id="{7D509591-95B7-6F5C-364C-E86F007B143B}"/>
                </a:ext>
              </a:extLst>
            </p:cNvPr>
            <p:cNvSpPr/>
            <p:nvPr/>
          </p:nvSpPr>
          <p:spPr>
            <a:xfrm>
              <a:off x="3314700" y="291465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81811" y="-23636"/>
                    <a:pt x="220405" y="7939"/>
                    <a:pt x="371475" y="0"/>
                  </a:cubicBezTo>
                  <a:cubicBezTo>
                    <a:pt x="376462" y="146883"/>
                    <a:pt x="348652" y="202500"/>
                    <a:pt x="371475" y="371475"/>
                  </a:cubicBezTo>
                  <a:cubicBezTo>
                    <a:pt x="260922" y="378880"/>
                    <a:pt x="112281" y="354271"/>
                    <a:pt x="0" y="371475"/>
                  </a:cubicBezTo>
                  <a:cubicBezTo>
                    <a:pt x="-41422" y="215985"/>
                    <a:pt x="30113" y="167271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14416" y="-18152"/>
                    <a:pt x="220092" y="32469"/>
                    <a:pt x="371475" y="0"/>
                  </a:cubicBezTo>
                  <a:cubicBezTo>
                    <a:pt x="406649" y="102453"/>
                    <a:pt x="342487" y="258096"/>
                    <a:pt x="371475" y="371475"/>
                  </a:cubicBezTo>
                  <a:cubicBezTo>
                    <a:pt x="229364" y="378184"/>
                    <a:pt x="103294" y="345282"/>
                    <a:pt x="0" y="371475"/>
                  </a:cubicBezTo>
                  <a:cubicBezTo>
                    <a:pt x="-25353" y="257715"/>
                    <a:pt x="16484" y="160419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362844254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8" name="Rectangle 537">
              <a:extLst>
                <a:ext uri="{FF2B5EF4-FFF2-40B4-BE49-F238E27FC236}">
                  <a16:creationId xmlns:a16="http://schemas.microsoft.com/office/drawing/2014/main" id="{8F3F5E98-423D-1689-A418-7EF11903A661}"/>
                </a:ext>
              </a:extLst>
            </p:cNvPr>
            <p:cNvSpPr/>
            <p:nvPr/>
          </p:nvSpPr>
          <p:spPr>
            <a:xfrm>
              <a:off x="3686175" y="291465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90719" y="-3570"/>
                    <a:pt x="204164" y="18550"/>
                    <a:pt x="371475" y="0"/>
                  </a:cubicBezTo>
                  <a:cubicBezTo>
                    <a:pt x="391499" y="76133"/>
                    <a:pt x="366463" y="238743"/>
                    <a:pt x="371475" y="371475"/>
                  </a:cubicBezTo>
                  <a:cubicBezTo>
                    <a:pt x="191252" y="409875"/>
                    <a:pt x="164447" y="370107"/>
                    <a:pt x="0" y="371475"/>
                  </a:cubicBezTo>
                  <a:cubicBezTo>
                    <a:pt x="-40220" y="274578"/>
                    <a:pt x="10270" y="161275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04569" y="-13700"/>
                    <a:pt x="279057" y="7068"/>
                    <a:pt x="371475" y="0"/>
                  </a:cubicBezTo>
                  <a:cubicBezTo>
                    <a:pt x="373330" y="107957"/>
                    <a:pt x="344008" y="190608"/>
                    <a:pt x="371475" y="371475"/>
                  </a:cubicBezTo>
                  <a:cubicBezTo>
                    <a:pt x="266968" y="399720"/>
                    <a:pt x="150070" y="339615"/>
                    <a:pt x="0" y="371475"/>
                  </a:cubicBezTo>
                  <a:cubicBezTo>
                    <a:pt x="-37244" y="291067"/>
                    <a:pt x="39469" y="183625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327387277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9" name="Rectangle 538">
              <a:extLst>
                <a:ext uri="{FF2B5EF4-FFF2-40B4-BE49-F238E27FC236}">
                  <a16:creationId xmlns:a16="http://schemas.microsoft.com/office/drawing/2014/main" id="{2076E70E-D7E8-E718-577B-53704FCA9777}"/>
                </a:ext>
              </a:extLst>
            </p:cNvPr>
            <p:cNvSpPr/>
            <p:nvPr/>
          </p:nvSpPr>
          <p:spPr>
            <a:xfrm>
              <a:off x="4429125" y="291465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00513" y="-19129"/>
                    <a:pt x="210334" y="17694"/>
                    <a:pt x="371475" y="0"/>
                  </a:cubicBezTo>
                  <a:cubicBezTo>
                    <a:pt x="383722" y="135717"/>
                    <a:pt x="338890" y="229854"/>
                    <a:pt x="371475" y="371475"/>
                  </a:cubicBezTo>
                  <a:cubicBezTo>
                    <a:pt x="271398" y="388235"/>
                    <a:pt x="79574" y="362053"/>
                    <a:pt x="0" y="371475"/>
                  </a:cubicBezTo>
                  <a:cubicBezTo>
                    <a:pt x="-42122" y="263443"/>
                    <a:pt x="21750" y="112290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48117" y="-33830"/>
                    <a:pt x="225653" y="36186"/>
                    <a:pt x="371475" y="0"/>
                  </a:cubicBezTo>
                  <a:cubicBezTo>
                    <a:pt x="399380" y="139800"/>
                    <a:pt x="330137" y="283135"/>
                    <a:pt x="371475" y="371475"/>
                  </a:cubicBezTo>
                  <a:cubicBezTo>
                    <a:pt x="196345" y="371618"/>
                    <a:pt x="155196" y="344143"/>
                    <a:pt x="0" y="371475"/>
                  </a:cubicBezTo>
                  <a:cubicBezTo>
                    <a:pt x="-31360" y="229773"/>
                    <a:pt x="15008" y="167666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674756119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0" name="Rectangle 539">
              <a:extLst>
                <a:ext uri="{FF2B5EF4-FFF2-40B4-BE49-F238E27FC236}">
                  <a16:creationId xmlns:a16="http://schemas.microsoft.com/office/drawing/2014/main" id="{47E52422-4ECC-76E2-9E35-9DD6CD9158AD}"/>
                </a:ext>
              </a:extLst>
            </p:cNvPr>
            <p:cNvSpPr/>
            <p:nvPr/>
          </p:nvSpPr>
          <p:spPr>
            <a:xfrm>
              <a:off x="4057650" y="291465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49932" y="-18632"/>
                    <a:pt x="203143" y="44401"/>
                    <a:pt x="371475" y="0"/>
                  </a:cubicBezTo>
                  <a:cubicBezTo>
                    <a:pt x="401998" y="117057"/>
                    <a:pt x="349844" y="295724"/>
                    <a:pt x="371475" y="371475"/>
                  </a:cubicBezTo>
                  <a:cubicBezTo>
                    <a:pt x="190177" y="377930"/>
                    <a:pt x="93429" y="328034"/>
                    <a:pt x="0" y="371475"/>
                  </a:cubicBezTo>
                  <a:cubicBezTo>
                    <a:pt x="-14908" y="190225"/>
                    <a:pt x="11179" y="98610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58312" y="-39373"/>
                    <a:pt x="268373" y="22558"/>
                    <a:pt x="371475" y="0"/>
                  </a:cubicBezTo>
                  <a:cubicBezTo>
                    <a:pt x="379536" y="115059"/>
                    <a:pt x="343049" y="247858"/>
                    <a:pt x="371475" y="371475"/>
                  </a:cubicBezTo>
                  <a:cubicBezTo>
                    <a:pt x="262650" y="391012"/>
                    <a:pt x="159358" y="330375"/>
                    <a:pt x="0" y="371475"/>
                  </a:cubicBezTo>
                  <a:cubicBezTo>
                    <a:pt x="-40464" y="274967"/>
                    <a:pt x="6914" y="124322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778086955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1" name="Rectangle 540">
              <a:extLst>
                <a:ext uri="{FF2B5EF4-FFF2-40B4-BE49-F238E27FC236}">
                  <a16:creationId xmlns:a16="http://schemas.microsoft.com/office/drawing/2014/main" id="{79D49FBD-8AAC-3E68-4522-61B5F3597964}"/>
                </a:ext>
              </a:extLst>
            </p:cNvPr>
            <p:cNvSpPr/>
            <p:nvPr/>
          </p:nvSpPr>
          <p:spPr>
            <a:xfrm>
              <a:off x="1828800" y="328612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89918" y="-39309"/>
                    <a:pt x="242144" y="21718"/>
                    <a:pt x="371475" y="0"/>
                  </a:cubicBezTo>
                  <a:cubicBezTo>
                    <a:pt x="395351" y="181998"/>
                    <a:pt x="350912" y="191009"/>
                    <a:pt x="371475" y="371475"/>
                  </a:cubicBezTo>
                  <a:cubicBezTo>
                    <a:pt x="274730" y="390666"/>
                    <a:pt x="76188" y="336793"/>
                    <a:pt x="0" y="371475"/>
                  </a:cubicBezTo>
                  <a:cubicBezTo>
                    <a:pt x="-10523" y="261149"/>
                    <a:pt x="2545" y="88471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51929" y="-11699"/>
                    <a:pt x="272818" y="19044"/>
                    <a:pt x="371475" y="0"/>
                  </a:cubicBezTo>
                  <a:cubicBezTo>
                    <a:pt x="382555" y="160710"/>
                    <a:pt x="353531" y="274446"/>
                    <a:pt x="371475" y="371475"/>
                  </a:cubicBezTo>
                  <a:cubicBezTo>
                    <a:pt x="276821" y="384166"/>
                    <a:pt x="130516" y="354064"/>
                    <a:pt x="0" y="371475"/>
                  </a:cubicBezTo>
                  <a:cubicBezTo>
                    <a:pt x="-18060" y="232244"/>
                    <a:pt x="14975" y="135825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208293487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2" name="Rectangle 541">
              <a:extLst>
                <a:ext uri="{FF2B5EF4-FFF2-40B4-BE49-F238E27FC236}">
                  <a16:creationId xmlns:a16="http://schemas.microsoft.com/office/drawing/2014/main" id="{D41C32B4-F83D-CC5D-3CCD-A40932FA6581}"/>
                </a:ext>
              </a:extLst>
            </p:cNvPr>
            <p:cNvSpPr/>
            <p:nvPr/>
          </p:nvSpPr>
          <p:spPr>
            <a:xfrm>
              <a:off x="2200275" y="328612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60448" y="-544"/>
                    <a:pt x="256464" y="19583"/>
                    <a:pt x="371475" y="0"/>
                  </a:cubicBezTo>
                  <a:cubicBezTo>
                    <a:pt x="414573" y="93523"/>
                    <a:pt x="328853" y="239158"/>
                    <a:pt x="371475" y="371475"/>
                  </a:cubicBezTo>
                  <a:cubicBezTo>
                    <a:pt x="234421" y="385595"/>
                    <a:pt x="136491" y="358001"/>
                    <a:pt x="0" y="371475"/>
                  </a:cubicBezTo>
                  <a:cubicBezTo>
                    <a:pt x="-28601" y="244285"/>
                    <a:pt x="17527" y="96947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81801" y="-27012"/>
                    <a:pt x="225073" y="9071"/>
                    <a:pt x="371475" y="0"/>
                  </a:cubicBezTo>
                  <a:cubicBezTo>
                    <a:pt x="383026" y="100312"/>
                    <a:pt x="346745" y="250692"/>
                    <a:pt x="371475" y="371475"/>
                  </a:cubicBezTo>
                  <a:cubicBezTo>
                    <a:pt x="275435" y="384390"/>
                    <a:pt x="84179" y="329652"/>
                    <a:pt x="0" y="371475"/>
                  </a:cubicBezTo>
                  <a:cubicBezTo>
                    <a:pt x="-29446" y="270850"/>
                    <a:pt x="12757" y="74552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425364013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3" name="Rectangle 542">
              <a:extLst>
                <a:ext uri="{FF2B5EF4-FFF2-40B4-BE49-F238E27FC236}">
                  <a16:creationId xmlns:a16="http://schemas.microsoft.com/office/drawing/2014/main" id="{30CB8633-DA79-5DD8-38EA-567BFBE4003A}"/>
                </a:ext>
              </a:extLst>
            </p:cNvPr>
            <p:cNvSpPr/>
            <p:nvPr/>
          </p:nvSpPr>
          <p:spPr>
            <a:xfrm>
              <a:off x="2943225" y="328612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83627" y="-24861"/>
                    <a:pt x="276305" y="1430"/>
                    <a:pt x="371475" y="0"/>
                  </a:cubicBezTo>
                  <a:cubicBezTo>
                    <a:pt x="401394" y="181967"/>
                    <a:pt x="358765" y="259627"/>
                    <a:pt x="371475" y="371475"/>
                  </a:cubicBezTo>
                  <a:cubicBezTo>
                    <a:pt x="244047" y="393918"/>
                    <a:pt x="83397" y="347067"/>
                    <a:pt x="0" y="371475"/>
                  </a:cubicBezTo>
                  <a:cubicBezTo>
                    <a:pt x="-7465" y="231134"/>
                    <a:pt x="40326" y="169390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67093" y="-8275"/>
                    <a:pt x="249950" y="26608"/>
                    <a:pt x="371475" y="0"/>
                  </a:cubicBezTo>
                  <a:cubicBezTo>
                    <a:pt x="383672" y="157851"/>
                    <a:pt x="330048" y="218764"/>
                    <a:pt x="371475" y="371475"/>
                  </a:cubicBezTo>
                  <a:cubicBezTo>
                    <a:pt x="200775" y="409126"/>
                    <a:pt x="150578" y="358327"/>
                    <a:pt x="0" y="371475"/>
                  </a:cubicBezTo>
                  <a:cubicBezTo>
                    <a:pt x="-25430" y="217600"/>
                    <a:pt x="1143" y="152282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2609106224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4" name="Rectangle 543">
              <a:extLst>
                <a:ext uri="{FF2B5EF4-FFF2-40B4-BE49-F238E27FC236}">
                  <a16:creationId xmlns:a16="http://schemas.microsoft.com/office/drawing/2014/main" id="{56A7D59E-1F38-7A41-CA9C-73ED5FCA24BD}"/>
                </a:ext>
              </a:extLst>
            </p:cNvPr>
            <p:cNvSpPr/>
            <p:nvPr/>
          </p:nvSpPr>
          <p:spPr>
            <a:xfrm>
              <a:off x="2571750" y="328612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56445" y="-1338"/>
                    <a:pt x="282613" y="42388"/>
                    <a:pt x="371475" y="0"/>
                  </a:cubicBezTo>
                  <a:cubicBezTo>
                    <a:pt x="398811" y="123992"/>
                    <a:pt x="357985" y="236447"/>
                    <a:pt x="371475" y="371475"/>
                  </a:cubicBezTo>
                  <a:cubicBezTo>
                    <a:pt x="239610" y="397485"/>
                    <a:pt x="101883" y="335764"/>
                    <a:pt x="0" y="371475"/>
                  </a:cubicBezTo>
                  <a:cubicBezTo>
                    <a:pt x="-12165" y="215319"/>
                    <a:pt x="26024" y="88014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55129" y="-8503"/>
                    <a:pt x="258639" y="15657"/>
                    <a:pt x="371475" y="0"/>
                  </a:cubicBezTo>
                  <a:cubicBezTo>
                    <a:pt x="380507" y="158370"/>
                    <a:pt x="357487" y="274632"/>
                    <a:pt x="371475" y="371475"/>
                  </a:cubicBezTo>
                  <a:cubicBezTo>
                    <a:pt x="193931" y="392810"/>
                    <a:pt x="155228" y="366978"/>
                    <a:pt x="0" y="371475"/>
                  </a:cubicBezTo>
                  <a:cubicBezTo>
                    <a:pt x="-30929" y="291636"/>
                    <a:pt x="12255" y="177393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2913510561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5" name="Rectangle 544">
              <a:extLst>
                <a:ext uri="{FF2B5EF4-FFF2-40B4-BE49-F238E27FC236}">
                  <a16:creationId xmlns:a16="http://schemas.microsoft.com/office/drawing/2014/main" id="{653085A0-6F19-DD55-FB23-C0662995298B}"/>
                </a:ext>
              </a:extLst>
            </p:cNvPr>
            <p:cNvSpPr/>
            <p:nvPr/>
          </p:nvSpPr>
          <p:spPr>
            <a:xfrm>
              <a:off x="3314700" y="328612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05157" y="-5015"/>
                    <a:pt x="251800" y="25079"/>
                    <a:pt x="371475" y="0"/>
                  </a:cubicBezTo>
                  <a:cubicBezTo>
                    <a:pt x="377249" y="150779"/>
                    <a:pt x="355458" y="219992"/>
                    <a:pt x="371475" y="371475"/>
                  </a:cubicBezTo>
                  <a:cubicBezTo>
                    <a:pt x="289314" y="411154"/>
                    <a:pt x="138086" y="328804"/>
                    <a:pt x="0" y="371475"/>
                  </a:cubicBezTo>
                  <a:cubicBezTo>
                    <a:pt x="-37940" y="201583"/>
                    <a:pt x="35211" y="95696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33337" y="-31438"/>
                    <a:pt x="244346" y="28216"/>
                    <a:pt x="371475" y="0"/>
                  </a:cubicBezTo>
                  <a:cubicBezTo>
                    <a:pt x="407326" y="146235"/>
                    <a:pt x="368602" y="245035"/>
                    <a:pt x="371475" y="371475"/>
                  </a:cubicBezTo>
                  <a:cubicBezTo>
                    <a:pt x="211953" y="380798"/>
                    <a:pt x="85777" y="363900"/>
                    <a:pt x="0" y="371475"/>
                  </a:cubicBezTo>
                  <a:cubicBezTo>
                    <a:pt x="-16767" y="251904"/>
                    <a:pt x="450" y="99454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482034259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6" name="Rectangle 545">
              <a:extLst>
                <a:ext uri="{FF2B5EF4-FFF2-40B4-BE49-F238E27FC236}">
                  <a16:creationId xmlns:a16="http://schemas.microsoft.com/office/drawing/2014/main" id="{47EEF268-95B3-B51F-0DE4-DCE47F8686A0}"/>
                </a:ext>
              </a:extLst>
            </p:cNvPr>
            <p:cNvSpPr/>
            <p:nvPr/>
          </p:nvSpPr>
          <p:spPr>
            <a:xfrm>
              <a:off x="3686175" y="328612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26263" y="-38292"/>
                    <a:pt x="247673" y="4037"/>
                    <a:pt x="371475" y="0"/>
                  </a:cubicBezTo>
                  <a:cubicBezTo>
                    <a:pt x="386659" y="162480"/>
                    <a:pt x="362987" y="293722"/>
                    <a:pt x="371475" y="371475"/>
                  </a:cubicBezTo>
                  <a:cubicBezTo>
                    <a:pt x="240990" y="397234"/>
                    <a:pt x="149338" y="338716"/>
                    <a:pt x="0" y="371475"/>
                  </a:cubicBezTo>
                  <a:cubicBezTo>
                    <a:pt x="-34065" y="187352"/>
                    <a:pt x="3259" y="151077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36726" y="-30075"/>
                    <a:pt x="288318" y="40516"/>
                    <a:pt x="371475" y="0"/>
                  </a:cubicBezTo>
                  <a:cubicBezTo>
                    <a:pt x="402547" y="108931"/>
                    <a:pt x="344677" y="199051"/>
                    <a:pt x="371475" y="371475"/>
                  </a:cubicBezTo>
                  <a:cubicBezTo>
                    <a:pt x="276475" y="406247"/>
                    <a:pt x="171451" y="346958"/>
                    <a:pt x="0" y="371475"/>
                  </a:cubicBezTo>
                  <a:cubicBezTo>
                    <a:pt x="-10623" y="270068"/>
                    <a:pt x="35099" y="185109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914968230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7" name="Rectangle 546">
              <a:extLst>
                <a:ext uri="{FF2B5EF4-FFF2-40B4-BE49-F238E27FC236}">
                  <a16:creationId xmlns:a16="http://schemas.microsoft.com/office/drawing/2014/main" id="{687A9FBD-34EF-E01F-1714-AEFDCFA908A6}"/>
                </a:ext>
              </a:extLst>
            </p:cNvPr>
            <p:cNvSpPr/>
            <p:nvPr/>
          </p:nvSpPr>
          <p:spPr>
            <a:xfrm>
              <a:off x="4429125" y="328612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42455" y="-5193"/>
                    <a:pt x="258264" y="8561"/>
                    <a:pt x="371475" y="0"/>
                  </a:cubicBezTo>
                  <a:cubicBezTo>
                    <a:pt x="413801" y="76639"/>
                    <a:pt x="356293" y="207066"/>
                    <a:pt x="371475" y="371475"/>
                  </a:cubicBezTo>
                  <a:cubicBezTo>
                    <a:pt x="296480" y="383460"/>
                    <a:pt x="96432" y="358372"/>
                    <a:pt x="0" y="371475"/>
                  </a:cubicBezTo>
                  <a:cubicBezTo>
                    <a:pt x="-15749" y="205645"/>
                    <a:pt x="26990" y="141131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41852" y="-10758"/>
                    <a:pt x="280397" y="16482"/>
                    <a:pt x="371475" y="0"/>
                  </a:cubicBezTo>
                  <a:cubicBezTo>
                    <a:pt x="375142" y="106033"/>
                    <a:pt x="335628" y="210339"/>
                    <a:pt x="371475" y="371475"/>
                  </a:cubicBezTo>
                  <a:cubicBezTo>
                    <a:pt x="221964" y="406320"/>
                    <a:pt x="160008" y="337138"/>
                    <a:pt x="0" y="371475"/>
                  </a:cubicBezTo>
                  <a:cubicBezTo>
                    <a:pt x="-9148" y="249592"/>
                    <a:pt x="36463" y="105992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2627571569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8" name="Rectangle 547">
              <a:extLst>
                <a:ext uri="{FF2B5EF4-FFF2-40B4-BE49-F238E27FC236}">
                  <a16:creationId xmlns:a16="http://schemas.microsoft.com/office/drawing/2014/main" id="{C968B443-64E4-1E55-5356-37B616E0597D}"/>
                </a:ext>
              </a:extLst>
            </p:cNvPr>
            <p:cNvSpPr/>
            <p:nvPr/>
          </p:nvSpPr>
          <p:spPr>
            <a:xfrm>
              <a:off x="4057650" y="3286125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74733" y="-26591"/>
                    <a:pt x="246717" y="44345"/>
                    <a:pt x="371475" y="0"/>
                  </a:cubicBezTo>
                  <a:cubicBezTo>
                    <a:pt x="392711" y="107964"/>
                    <a:pt x="368032" y="279772"/>
                    <a:pt x="371475" y="371475"/>
                  </a:cubicBezTo>
                  <a:cubicBezTo>
                    <a:pt x="193388" y="384025"/>
                    <a:pt x="127745" y="361034"/>
                    <a:pt x="0" y="371475"/>
                  </a:cubicBezTo>
                  <a:cubicBezTo>
                    <a:pt x="-10474" y="209950"/>
                    <a:pt x="7155" y="172113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83003" y="-38090"/>
                    <a:pt x="254166" y="21445"/>
                    <a:pt x="371475" y="0"/>
                  </a:cubicBezTo>
                  <a:cubicBezTo>
                    <a:pt x="409560" y="79273"/>
                    <a:pt x="348076" y="279635"/>
                    <a:pt x="371475" y="371475"/>
                  </a:cubicBezTo>
                  <a:cubicBezTo>
                    <a:pt x="266218" y="391977"/>
                    <a:pt x="96632" y="350532"/>
                    <a:pt x="0" y="371475"/>
                  </a:cubicBezTo>
                  <a:cubicBezTo>
                    <a:pt x="-33714" y="271146"/>
                    <a:pt x="22612" y="88172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2440795010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9" name="Rectangle 548">
              <a:extLst>
                <a:ext uri="{FF2B5EF4-FFF2-40B4-BE49-F238E27FC236}">
                  <a16:creationId xmlns:a16="http://schemas.microsoft.com/office/drawing/2014/main" id="{CA9476E0-EF84-971B-3E88-A381BD3F6B2A}"/>
                </a:ext>
              </a:extLst>
            </p:cNvPr>
            <p:cNvSpPr/>
            <p:nvPr/>
          </p:nvSpPr>
          <p:spPr>
            <a:xfrm>
              <a:off x="1828800" y="365760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75746" y="-4338"/>
                    <a:pt x="201190" y="4257"/>
                    <a:pt x="371475" y="0"/>
                  </a:cubicBezTo>
                  <a:cubicBezTo>
                    <a:pt x="414501" y="79392"/>
                    <a:pt x="348947" y="212587"/>
                    <a:pt x="371475" y="371475"/>
                  </a:cubicBezTo>
                  <a:cubicBezTo>
                    <a:pt x="291960" y="403781"/>
                    <a:pt x="169373" y="344736"/>
                    <a:pt x="0" y="371475"/>
                  </a:cubicBezTo>
                  <a:cubicBezTo>
                    <a:pt x="-15737" y="215356"/>
                    <a:pt x="34172" y="121632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36543" y="-40744"/>
                    <a:pt x="283615" y="5365"/>
                    <a:pt x="371475" y="0"/>
                  </a:cubicBezTo>
                  <a:cubicBezTo>
                    <a:pt x="382052" y="138253"/>
                    <a:pt x="330146" y="288140"/>
                    <a:pt x="371475" y="371475"/>
                  </a:cubicBezTo>
                  <a:cubicBezTo>
                    <a:pt x="222524" y="401955"/>
                    <a:pt x="141739" y="337854"/>
                    <a:pt x="0" y="371475"/>
                  </a:cubicBezTo>
                  <a:cubicBezTo>
                    <a:pt x="-3428" y="223224"/>
                    <a:pt x="43423" y="91293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730349927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0" name="Rectangle 549">
              <a:extLst>
                <a:ext uri="{FF2B5EF4-FFF2-40B4-BE49-F238E27FC236}">
                  <a16:creationId xmlns:a16="http://schemas.microsoft.com/office/drawing/2014/main" id="{00262E17-BAE7-7A24-6101-35454CD5FBCF}"/>
                </a:ext>
              </a:extLst>
            </p:cNvPr>
            <p:cNvSpPr/>
            <p:nvPr/>
          </p:nvSpPr>
          <p:spPr>
            <a:xfrm>
              <a:off x="2200275" y="365760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89482" y="-40316"/>
                    <a:pt x="253619" y="32143"/>
                    <a:pt x="371475" y="0"/>
                  </a:cubicBezTo>
                  <a:cubicBezTo>
                    <a:pt x="385869" y="121118"/>
                    <a:pt x="371431" y="245613"/>
                    <a:pt x="371475" y="371475"/>
                  </a:cubicBezTo>
                  <a:cubicBezTo>
                    <a:pt x="296840" y="377233"/>
                    <a:pt x="124120" y="344297"/>
                    <a:pt x="0" y="371475"/>
                  </a:cubicBezTo>
                  <a:cubicBezTo>
                    <a:pt x="-5841" y="235982"/>
                    <a:pt x="19542" y="94194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90284" y="-17318"/>
                    <a:pt x="222843" y="26175"/>
                    <a:pt x="371475" y="0"/>
                  </a:cubicBezTo>
                  <a:cubicBezTo>
                    <a:pt x="399678" y="119502"/>
                    <a:pt x="354806" y="208979"/>
                    <a:pt x="371475" y="371475"/>
                  </a:cubicBezTo>
                  <a:cubicBezTo>
                    <a:pt x="243668" y="386259"/>
                    <a:pt x="84548" y="368692"/>
                    <a:pt x="0" y="371475"/>
                  </a:cubicBezTo>
                  <a:cubicBezTo>
                    <a:pt x="-32459" y="224404"/>
                    <a:pt x="22390" y="152417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24862631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1" name="Rectangle 550">
              <a:extLst>
                <a:ext uri="{FF2B5EF4-FFF2-40B4-BE49-F238E27FC236}">
                  <a16:creationId xmlns:a16="http://schemas.microsoft.com/office/drawing/2014/main" id="{117F6795-4DB6-73C5-A819-91CD867F30C5}"/>
                </a:ext>
              </a:extLst>
            </p:cNvPr>
            <p:cNvSpPr/>
            <p:nvPr/>
          </p:nvSpPr>
          <p:spPr>
            <a:xfrm>
              <a:off x="2943225" y="365760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87373" y="-14005"/>
                    <a:pt x="260498" y="37757"/>
                    <a:pt x="371475" y="0"/>
                  </a:cubicBezTo>
                  <a:cubicBezTo>
                    <a:pt x="413644" y="164216"/>
                    <a:pt x="359248" y="279696"/>
                    <a:pt x="371475" y="371475"/>
                  </a:cubicBezTo>
                  <a:cubicBezTo>
                    <a:pt x="259450" y="383538"/>
                    <a:pt x="117763" y="349182"/>
                    <a:pt x="0" y="371475"/>
                  </a:cubicBezTo>
                  <a:cubicBezTo>
                    <a:pt x="-36819" y="240077"/>
                    <a:pt x="2233" y="162984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75466" y="-37940"/>
                    <a:pt x="257161" y="33792"/>
                    <a:pt x="371475" y="0"/>
                  </a:cubicBezTo>
                  <a:cubicBezTo>
                    <a:pt x="379739" y="79308"/>
                    <a:pt x="349487" y="281056"/>
                    <a:pt x="371475" y="371475"/>
                  </a:cubicBezTo>
                  <a:cubicBezTo>
                    <a:pt x="250015" y="375478"/>
                    <a:pt x="121520" y="335488"/>
                    <a:pt x="0" y="371475"/>
                  </a:cubicBezTo>
                  <a:cubicBezTo>
                    <a:pt x="-20518" y="279238"/>
                    <a:pt x="28159" y="155869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352243063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2" name="Rectangle 551">
              <a:extLst>
                <a:ext uri="{FF2B5EF4-FFF2-40B4-BE49-F238E27FC236}">
                  <a16:creationId xmlns:a16="http://schemas.microsoft.com/office/drawing/2014/main" id="{06F64686-6581-F6B7-2140-DB99B7EBD4F1}"/>
                </a:ext>
              </a:extLst>
            </p:cNvPr>
            <p:cNvSpPr/>
            <p:nvPr/>
          </p:nvSpPr>
          <p:spPr>
            <a:xfrm>
              <a:off x="2571750" y="365760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84770" y="-21133"/>
                    <a:pt x="246357" y="2236"/>
                    <a:pt x="371475" y="0"/>
                  </a:cubicBezTo>
                  <a:cubicBezTo>
                    <a:pt x="402965" y="123461"/>
                    <a:pt x="336875" y="203599"/>
                    <a:pt x="371475" y="371475"/>
                  </a:cubicBezTo>
                  <a:cubicBezTo>
                    <a:pt x="256606" y="382524"/>
                    <a:pt x="123571" y="364537"/>
                    <a:pt x="0" y="371475"/>
                  </a:cubicBezTo>
                  <a:cubicBezTo>
                    <a:pt x="-5186" y="200399"/>
                    <a:pt x="33921" y="176960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09289" y="-25421"/>
                    <a:pt x="259753" y="41591"/>
                    <a:pt x="371475" y="0"/>
                  </a:cubicBezTo>
                  <a:cubicBezTo>
                    <a:pt x="405807" y="179974"/>
                    <a:pt x="347441" y="224571"/>
                    <a:pt x="371475" y="371475"/>
                  </a:cubicBezTo>
                  <a:cubicBezTo>
                    <a:pt x="224617" y="380795"/>
                    <a:pt x="147140" y="367200"/>
                    <a:pt x="0" y="371475"/>
                  </a:cubicBezTo>
                  <a:cubicBezTo>
                    <a:pt x="-24655" y="254321"/>
                    <a:pt x="27288" y="119300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550852106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3" name="Rectangle 552">
              <a:extLst>
                <a:ext uri="{FF2B5EF4-FFF2-40B4-BE49-F238E27FC236}">
                  <a16:creationId xmlns:a16="http://schemas.microsoft.com/office/drawing/2014/main" id="{E001F811-0641-B131-7443-5AC3CD3959FB}"/>
                </a:ext>
              </a:extLst>
            </p:cNvPr>
            <p:cNvSpPr/>
            <p:nvPr/>
          </p:nvSpPr>
          <p:spPr>
            <a:xfrm>
              <a:off x="3314700" y="365760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94394" y="-33131"/>
                    <a:pt x="253499" y="21847"/>
                    <a:pt x="371475" y="0"/>
                  </a:cubicBezTo>
                  <a:cubicBezTo>
                    <a:pt x="377540" y="81995"/>
                    <a:pt x="338453" y="188488"/>
                    <a:pt x="371475" y="371475"/>
                  </a:cubicBezTo>
                  <a:cubicBezTo>
                    <a:pt x="234690" y="398600"/>
                    <a:pt x="119206" y="329857"/>
                    <a:pt x="0" y="371475"/>
                  </a:cubicBezTo>
                  <a:cubicBezTo>
                    <a:pt x="-17222" y="282328"/>
                    <a:pt x="20272" y="74309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84767" y="-28906"/>
                    <a:pt x="215513" y="5299"/>
                    <a:pt x="371475" y="0"/>
                  </a:cubicBezTo>
                  <a:cubicBezTo>
                    <a:pt x="406222" y="77033"/>
                    <a:pt x="343238" y="231466"/>
                    <a:pt x="371475" y="371475"/>
                  </a:cubicBezTo>
                  <a:cubicBezTo>
                    <a:pt x="248817" y="380620"/>
                    <a:pt x="135525" y="370963"/>
                    <a:pt x="0" y="371475"/>
                  </a:cubicBezTo>
                  <a:cubicBezTo>
                    <a:pt x="-5126" y="221666"/>
                    <a:pt x="4787" y="82752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159891673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4" name="Rectangle 553">
              <a:extLst>
                <a:ext uri="{FF2B5EF4-FFF2-40B4-BE49-F238E27FC236}">
                  <a16:creationId xmlns:a16="http://schemas.microsoft.com/office/drawing/2014/main" id="{163BBF3C-B6DB-0BD7-FF89-E2FFFBABC498}"/>
                </a:ext>
              </a:extLst>
            </p:cNvPr>
            <p:cNvSpPr/>
            <p:nvPr/>
          </p:nvSpPr>
          <p:spPr>
            <a:xfrm>
              <a:off x="3686175" y="365760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87203" y="-27385"/>
                    <a:pt x="257591" y="8817"/>
                    <a:pt x="371475" y="0"/>
                  </a:cubicBezTo>
                  <a:cubicBezTo>
                    <a:pt x="372990" y="140161"/>
                    <a:pt x="334882" y="252484"/>
                    <a:pt x="371475" y="371475"/>
                  </a:cubicBezTo>
                  <a:cubicBezTo>
                    <a:pt x="270747" y="406825"/>
                    <a:pt x="175030" y="364502"/>
                    <a:pt x="0" y="371475"/>
                  </a:cubicBezTo>
                  <a:cubicBezTo>
                    <a:pt x="-39143" y="247053"/>
                    <a:pt x="33765" y="171611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56708" y="-4694"/>
                    <a:pt x="232916" y="33938"/>
                    <a:pt x="371475" y="0"/>
                  </a:cubicBezTo>
                  <a:cubicBezTo>
                    <a:pt x="382615" y="185311"/>
                    <a:pt x="368945" y="267990"/>
                    <a:pt x="371475" y="371475"/>
                  </a:cubicBezTo>
                  <a:cubicBezTo>
                    <a:pt x="269167" y="402981"/>
                    <a:pt x="161342" y="338514"/>
                    <a:pt x="0" y="371475"/>
                  </a:cubicBezTo>
                  <a:cubicBezTo>
                    <a:pt x="-35632" y="207112"/>
                    <a:pt x="4385" y="182259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4168882541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5" name="Rectangle 554">
              <a:extLst>
                <a:ext uri="{FF2B5EF4-FFF2-40B4-BE49-F238E27FC236}">
                  <a16:creationId xmlns:a16="http://schemas.microsoft.com/office/drawing/2014/main" id="{01D9AAC9-7311-C9E5-852D-8F2964C18B4A}"/>
                </a:ext>
              </a:extLst>
            </p:cNvPr>
            <p:cNvSpPr/>
            <p:nvPr/>
          </p:nvSpPr>
          <p:spPr>
            <a:xfrm>
              <a:off x="4429125" y="365760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39096" y="-8999"/>
                    <a:pt x="219623" y="36883"/>
                    <a:pt x="371475" y="0"/>
                  </a:cubicBezTo>
                  <a:cubicBezTo>
                    <a:pt x="409959" y="143001"/>
                    <a:pt x="369045" y="195024"/>
                    <a:pt x="371475" y="371475"/>
                  </a:cubicBezTo>
                  <a:cubicBezTo>
                    <a:pt x="213654" y="403352"/>
                    <a:pt x="179584" y="339257"/>
                    <a:pt x="0" y="371475"/>
                  </a:cubicBezTo>
                  <a:cubicBezTo>
                    <a:pt x="-12557" y="237932"/>
                    <a:pt x="38231" y="173937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65709" y="-34298"/>
                    <a:pt x="249914" y="29973"/>
                    <a:pt x="371475" y="0"/>
                  </a:cubicBezTo>
                  <a:cubicBezTo>
                    <a:pt x="377161" y="141507"/>
                    <a:pt x="342663" y="206322"/>
                    <a:pt x="371475" y="371475"/>
                  </a:cubicBezTo>
                  <a:cubicBezTo>
                    <a:pt x="187006" y="405762"/>
                    <a:pt x="75676" y="348250"/>
                    <a:pt x="0" y="371475"/>
                  </a:cubicBezTo>
                  <a:cubicBezTo>
                    <a:pt x="-41853" y="199546"/>
                    <a:pt x="42321" y="87975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312856935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6" name="Rectangle 555">
              <a:extLst>
                <a:ext uri="{FF2B5EF4-FFF2-40B4-BE49-F238E27FC236}">
                  <a16:creationId xmlns:a16="http://schemas.microsoft.com/office/drawing/2014/main" id="{C293148F-736E-41DA-705C-40DC3131052F}"/>
                </a:ext>
              </a:extLst>
            </p:cNvPr>
            <p:cNvSpPr/>
            <p:nvPr/>
          </p:nvSpPr>
          <p:spPr>
            <a:xfrm>
              <a:off x="4057650" y="3657600"/>
              <a:ext cx="371475" cy="371475"/>
            </a:xfrm>
            <a:custGeom>
              <a:avLst/>
              <a:gdLst>
                <a:gd name="connsiteX0" fmla="*/ 0 w 371475"/>
                <a:gd name="connsiteY0" fmla="*/ 0 h 371475"/>
                <a:gd name="connsiteX1" fmla="*/ 371475 w 371475"/>
                <a:gd name="connsiteY1" fmla="*/ 0 h 371475"/>
                <a:gd name="connsiteX2" fmla="*/ 371475 w 371475"/>
                <a:gd name="connsiteY2" fmla="*/ 371475 h 371475"/>
                <a:gd name="connsiteX3" fmla="*/ 0 w 371475"/>
                <a:gd name="connsiteY3" fmla="*/ 371475 h 371475"/>
                <a:gd name="connsiteX4" fmla="*/ 0 w 371475"/>
                <a:gd name="connsiteY4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5" h="371475" fill="none" extrusionOk="0">
                  <a:moveTo>
                    <a:pt x="0" y="0"/>
                  </a:moveTo>
                  <a:cubicBezTo>
                    <a:pt x="178946" y="-42881"/>
                    <a:pt x="199224" y="44565"/>
                    <a:pt x="371475" y="0"/>
                  </a:cubicBezTo>
                  <a:cubicBezTo>
                    <a:pt x="382849" y="87434"/>
                    <a:pt x="335376" y="295797"/>
                    <a:pt x="371475" y="371475"/>
                  </a:cubicBezTo>
                  <a:cubicBezTo>
                    <a:pt x="231397" y="389574"/>
                    <a:pt x="183218" y="369638"/>
                    <a:pt x="0" y="371475"/>
                  </a:cubicBezTo>
                  <a:cubicBezTo>
                    <a:pt x="-5711" y="244992"/>
                    <a:pt x="38665" y="131122"/>
                    <a:pt x="0" y="0"/>
                  </a:cubicBezTo>
                  <a:close/>
                </a:path>
                <a:path w="371475" h="371475" stroke="0" extrusionOk="0">
                  <a:moveTo>
                    <a:pt x="0" y="0"/>
                  </a:moveTo>
                  <a:cubicBezTo>
                    <a:pt x="145288" y="-31805"/>
                    <a:pt x="215969" y="38245"/>
                    <a:pt x="371475" y="0"/>
                  </a:cubicBezTo>
                  <a:cubicBezTo>
                    <a:pt x="375536" y="85930"/>
                    <a:pt x="332424" y="255074"/>
                    <a:pt x="371475" y="371475"/>
                  </a:cubicBezTo>
                  <a:cubicBezTo>
                    <a:pt x="231233" y="396649"/>
                    <a:pt x="134616" y="332312"/>
                    <a:pt x="0" y="371475"/>
                  </a:cubicBezTo>
                  <a:cubicBezTo>
                    <a:pt x="-11501" y="238349"/>
                    <a:pt x="40947" y="147255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2640287006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60" name="Group 559">
            <a:extLst>
              <a:ext uri="{FF2B5EF4-FFF2-40B4-BE49-F238E27FC236}">
                <a16:creationId xmlns:a16="http://schemas.microsoft.com/office/drawing/2014/main" id="{DCC9F7C4-0D41-EC28-D8D0-2523A7DC0DD6}"/>
              </a:ext>
            </a:extLst>
          </p:cNvPr>
          <p:cNvGrpSpPr/>
          <p:nvPr/>
        </p:nvGrpSpPr>
        <p:grpSpPr>
          <a:xfrm>
            <a:off x="3322080" y="2544900"/>
            <a:ext cx="360" cy="360"/>
            <a:chOff x="3322080" y="2544900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57" name="Ink 556">
                  <a:extLst>
                    <a:ext uri="{FF2B5EF4-FFF2-40B4-BE49-F238E27FC236}">
                      <a16:creationId xmlns:a16="http://schemas.microsoft.com/office/drawing/2014/main" id="{C73288F3-7947-3177-9F1D-F47254B7600D}"/>
                    </a:ext>
                  </a:extLst>
                </p14:cNvPr>
                <p14:cNvContentPartPr/>
                <p14:nvPr/>
              </p14:nvContentPartPr>
              <p14:xfrm>
                <a:off x="3322080" y="2544900"/>
                <a:ext cx="360" cy="360"/>
              </p14:xfrm>
            </p:contentPart>
          </mc:Choice>
          <mc:Fallback xmlns="">
            <p:pic>
              <p:nvPicPr>
                <p:cNvPr id="557" name="Ink 556">
                  <a:extLst>
                    <a:ext uri="{FF2B5EF4-FFF2-40B4-BE49-F238E27FC236}">
                      <a16:creationId xmlns:a16="http://schemas.microsoft.com/office/drawing/2014/main" id="{C73288F3-7947-3177-9F1D-F47254B7600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313440" y="25359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58" name="Ink 557">
                  <a:extLst>
                    <a:ext uri="{FF2B5EF4-FFF2-40B4-BE49-F238E27FC236}">
                      <a16:creationId xmlns:a16="http://schemas.microsoft.com/office/drawing/2014/main" id="{0C22E46F-B4D9-0517-AE6A-21A41E992E04}"/>
                    </a:ext>
                  </a:extLst>
                </p14:cNvPr>
                <p14:cNvContentPartPr/>
                <p14:nvPr/>
              </p14:nvContentPartPr>
              <p14:xfrm>
                <a:off x="3322080" y="2544900"/>
                <a:ext cx="360" cy="360"/>
              </p14:xfrm>
            </p:contentPart>
          </mc:Choice>
          <mc:Fallback xmlns="">
            <p:pic>
              <p:nvPicPr>
                <p:cNvPr id="558" name="Ink 557">
                  <a:extLst>
                    <a:ext uri="{FF2B5EF4-FFF2-40B4-BE49-F238E27FC236}">
                      <a16:creationId xmlns:a16="http://schemas.microsoft.com/office/drawing/2014/main" id="{0C22E46F-B4D9-0517-AE6A-21A41E992E0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313440" y="25359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559" name="Ink 558">
                  <a:extLst>
                    <a:ext uri="{FF2B5EF4-FFF2-40B4-BE49-F238E27FC236}">
                      <a16:creationId xmlns:a16="http://schemas.microsoft.com/office/drawing/2014/main" id="{205214CF-4B5B-48F7-0C0C-764C39C2AE25}"/>
                    </a:ext>
                  </a:extLst>
                </p14:cNvPr>
                <p14:cNvContentPartPr/>
                <p14:nvPr/>
              </p14:nvContentPartPr>
              <p14:xfrm>
                <a:off x="3322080" y="2544900"/>
                <a:ext cx="360" cy="360"/>
              </p14:xfrm>
            </p:contentPart>
          </mc:Choice>
          <mc:Fallback xmlns="">
            <p:pic>
              <p:nvPicPr>
                <p:cNvPr id="559" name="Ink 558">
                  <a:extLst>
                    <a:ext uri="{FF2B5EF4-FFF2-40B4-BE49-F238E27FC236}">
                      <a16:creationId xmlns:a16="http://schemas.microsoft.com/office/drawing/2014/main" id="{205214CF-4B5B-48F7-0C0C-764C39C2AE2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313440" y="25359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5" name="Group 564">
            <a:extLst>
              <a:ext uri="{FF2B5EF4-FFF2-40B4-BE49-F238E27FC236}">
                <a16:creationId xmlns:a16="http://schemas.microsoft.com/office/drawing/2014/main" id="{745C87F7-6685-3364-8142-146EFF023679}"/>
              </a:ext>
            </a:extLst>
          </p:cNvPr>
          <p:cNvGrpSpPr/>
          <p:nvPr/>
        </p:nvGrpSpPr>
        <p:grpSpPr>
          <a:xfrm>
            <a:off x="3489840" y="2148900"/>
            <a:ext cx="360" cy="360"/>
            <a:chOff x="3489840" y="2148900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61" name="Ink 560">
                  <a:extLst>
                    <a:ext uri="{FF2B5EF4-FFF2-40B4-BE49-F238E27FC236}">
                      <a16:creationId xmlns:a16="http://schemas.microsoft.com/office/drawing/2014/main" id="{6C70B025-1278-DDBF-C6E1-B39EA8E94D06}"/>
                    </a:ext>
                  </a:extLst>
                </p14:cNvPr>
                <p14:cNvContentPartPr/>
                <p14:nvPr/>
              </p14:nvContentPartPr>
              <p14:xfrm>
                <a:off x="3489840" y="2148900"/>
                <a:ext cx="360" cy="360"/>
              </p14:xfrm>
            </p:contentPart>
          </mc:Choice>
          <mc:Fallback xmlns="">
            <p:pic>
              <p:nvPicPr>
                <p:cNvPr id="561" name="Ink 560">
                  <a:extLst>
                    <a:ext uri="{FF2B5EF4-FFF2-40B4-BE49-F238E27FC236}">
                      <a16:creationId xmlns:a16="http://schemas.microsoft.com/office/drawing/2014/main" id="{6C70B025-1278-DDBF-C6E1-B39EA8E94D0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481200" y="21399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62" name="Ink 561">
                  <a:extLst>
                    <a:ext uri="{FF2B5EF4-FFF2-40B4-BE49-F238E27FC236}">
                      <a16:creationId xmlns:a16="http://schemas.microsoft.com/office/drawing/2014/main" id="{57DAACE9-3034-2661-E9C8-72581155844A}"/>
                    </a:ext>
                  </a:extLst>
                </p14:cNvPr>
                <p14:cNvContentPartPr/>
                <p14:nvPr/>
              </p14:nvContentPartPr>
              <p14:xfrm>
                <a:off x="3489840" y="2148900"/>
                <a:ext cx="360" cy="360"/>
              </p14:xfrm>
            </p:contentPart>
          </mc:Choice>
          <mc:Fallback xmlns="">
            <p:pic>
              <p:nvPicPr>
                <p:cNvPr id="562" name="Ink 561">
                  <a:extLst>
                    <a:ext uri="{FF2B5EF4-FFF2-40B4-BE49-F238E27FC236}">
                      <a16:creationId xmlns:a16="http://schemas.microsoft.com/office/drawing/2014/main" id="{57DAACE9-3034-2661-E9C8-72581155844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481200" y="21399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63" name="Ink 562">
                  <a:extLst>
                    <a:ext uri="{FF2B5EF4-FFF2-40B4-BE49-F238E27FC236}">
                      <a16:creationId xmlns:a16="http://schemas.microsoft.com/office/drawing/2014/main" id="{321866A6-B959-CD3C-4C64-4B33961DF835}"/>
                    </a:ext>
                  </a:extLst>
                </p14:cNvPr>
                <p14:cNvContentPartPr/>
                <p14:nvPr/>
              </p14:nvContentPartPr>
              <p14:xfrm>
                <a:off x="3489840" y="2148900"/>
                <a:ext cx="360" cy="360"/>
              </p14:xfrm>
            </p:contentPart>
          </mc:Choice>
          <mc:Fallback xmlns="">
            <p:pic>
              <p:nvPicPr>
                <p:cNvPr id="563" name="Ink 562">
                  <a:extLst>
                    <a:ext uri="{FF2B5EF4-FFF2-40B4-BE49-F238E27FC236}">
                      <a16:creationId xmlns:a16="http://schemas.microsoft.com/office/drawing/2014/main" id="{321866A6-B959-CD3C-4C64-4B33961DF83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481200" y="21399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564" name="Ink 563">
                  <a:extLst>
                    <a:ext uri="{FF2B5EF4-FFF2-40B4-BE49-F238E27FC236}">
                      <a16:creationId xmlns:a16="http://schemas.microsoft.com/office/drawing/2014/main" id="{17A87846-DAA5-A576-8BD3-3439424F9FE8}"/>
                    </a:ext>
                  </a:extLst>
                </p14:cNvPr>
                <p14:cNvContentPartPr/>
                <p14:nvPr/>
              </p14:nvContentPartPr>
              <p14:xfrm>
                <a:off x="3489840" y="2148900"/>
                <a:ext cx="360" cy="360"/>
              </p14:xfrm>
            </p:contentPart>
          </mc:Choice>
          <mc:Fallback xmlns="">
            <p:pic>
              <p:nvPicPr>
                <p:cNvPr id="564" name="Ink 563">
                  <a:extLst>
                    <a:ext uri="{FF2B5EF4-FFF2-40B4-BE49-F238E27FC236}">
                      <a16:creationId xmlns:a16="http://schemas.microsoft.com/office/drawing/2014/main" id="{17A87846-DAA5-A576-8BD3-3439424F9FE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481200" y="21399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66828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F2C1-6700-E18D-F24A-E260A80F4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719" y="1125045"/>
            <a:ext cx="1464668" cy="826200"/>
          </a:xfrm>
        </p:spPr>
        <p:txBody>
          <a:bodyPr/>
          <a:lstStyle/>
          <a:p>
            <a:r>
              <a:rPr lang="en-US" sz="1800" dirty="0">
                <a:latin typeface="Montserrat" panose="00000500000000000000" pitchFamily="2" charset="0"/>
              </a:rPr>
              <a:t>Additivity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F1877A-7B4D-5D8E-2DA0-A59F567D618B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3700718" y="2667255"/>
            <a:ext cx="2019145" cy="826200"/>
          </a:xfrm>
        </p:spPr>
        <p:txBody>
          <a:bodyPr/>
          <a:lstStyle/>
          <a:p>
            <a:r>
              <a:rPr lang="en-US" sz="20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scaling</a:t>
            </a:r>
            <a:endParaRPr lang="en-US" sz="4400" dirty="0">
              <a:latin typeface="Montserrat" panose="00000500000000000000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6200E8-E8EE-0622-58FD-B39B6EFDCD69}"/>
              </a:ext>
            </a:extLst>
          </p:cNvPr>
          <p:cNvSpPr>
            <a:spLocks noGrp="1"/>
          </p:cNvSpPr>
          <p:nvPr>
            <p:ph type="title" idx="3"/>
          </p:nvPr>
        </p:nvSpPr>
        <p:spPr>
          <a:xfrm>
            <a:off x="369651" y="1546698"/>
            <a:ext cx="3210128" cy="1702411"/>
          </a:xfrm>
        </p:spPr>
        <p:txBody>
          <a:bodyPr/>
          <a:lstStyle/>
          <a:p>
            <a:r>
              <a:rPr lang="en-US" sz="2800" dirty="0"/>
              <a:t>Matrix as a transformation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ubtitle 4">
                <a:extLst>
                  <a:ext uri="{FF2B5EF4-FFF2-40B4-BE49-F238E27FC236}">
                    <a16:creationId xmlns:a16="http://schemas.microsoft.com/office/drawing/2014/main" id="{E421CBF2-7E41-7244-8CC1-835D44C90910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lata" panose="020B0604020202020204" charset="0"/>
                      </a:rPr>
                      <m:t>ℳ</m:t>
                    </m:r>
                    <m:r>
                      <m:rPr>
                        <m:nor/>
                      </m:rPr>
                      <a:rPr lang="en-US" sz="1800" b="0" dirty="0">
                        <a:solidFill>
                          <a:srgbClr val="191919"/>
                        </a:solidFill>
                        <a:latin typeface="Alata" panose="020B0604020202020204" charset="0"/>
                        <a:ea typeface="Alata" panose="020B0604020202020204" charset="0"/>
                        <a:cs typeface="Alata" panose="020B0604020202020204" charset="0"/>
                      </a:rPr>
                      <m:t>(</m:t>
                    </m:r>
                    <m:r>
                      <a:rPr lang="en-US" sz="1800" b="0" i="1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Alata" panose="020B0604020202020204" charset="0"/>
                        <a:cs typeface="Alata" panose="020B0604020202020204" charset="0"/>
                      </a:rPr>
                      <m:t>𝓊</m:t>
                    </m:r>
                    <m:r>
                      <a:rPr lang="en-US" sz="18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Alata" panose="020B0604020202020204" charset="0"/>
                        <a:cs typeface="Alata" panose="020B0604020202020204" charset="0"/>
                      </a:rPr>
                      <m:t>+</m:t>
                    </m:r>
                    <m:r>
                      <a:rPr lang="en-US" sz="1800" b="0" i="1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lata" panose="020B0604020202020204" charset="0"/>
                      </a:rPr>
                      <m:t>𝓋</m:t>
                    </m:r>
                    <m:r>
                      <m:rPr>
                        <m:nor/>
                      </m:rPr>
                      <a:rPr lang="en-US" sz="1800" b="0" dirty="0">
                        <a:solidFill>
                          <a:srgbClr val="191919"/>
                        </a:solidFill>
                        <a:latin typeface="Alata" panose="020B0604020202020204" charset="0"/>
                        <a:ea typeface="Alata" panose="020B0604020202020204" charset="0"/>
                        <a:cs typeface="Alata" panose="020B0604020202020204" charset="0"/>
                      </a:rPr>
                      <m:t>)</m:t>
                    </m:r>
                    <m:r>
                      <a:rPr lang="en-US" sz="18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Alata" panose="020B0604020202020204" charset="0"/>
                        <a:cs typeface="Alata" panose="020B0604020202020204" charset="0"/>
                      </a:rPr>
                      <m:t>=</m:t>
                    </m:r>
                    <m:r>
                      <a:rPr lang="en-US" sz="1800" b="0" i="1" dirty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lata" panose="020B0604020202020204" charset="0"/>
                      </a:rPr>
                      <m:t>ℳ</m:t>
                    </m:r>
                  </m:oMath>
                </a14:m>
                <a:r>
                  <a:rPr lang="en-US" sz="1800" b="0" i="0" dirty="0">
                    <a:solidFill>
                      <a:srgbClr val="191919"/>
                    </a:solidFill>
                    <a:effectLst/>
                    <a:latin typeface="Alata" panose="020B0604020202020204" charset="0"/>
                    <a:ea typeface="Alata" panose="020B0604020202020204" charset="0"/>
                    <a:cs typeface="Alata" panose="020B060402020202020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1800" b="0" i="1">
                        <a:solidFill>
                          <a:srgbClr val="191919"/>
                        </a:solidFill>
                        <a:effectLst/>
                        <a:latin typeface="Cambria Math" panose="02040503050406030204" pitchFamily="18" charset="0"/>
                        <a:ea typeface="Alata" panose="020B0604020202020204" charset="0"/>
                        <a:cs typeface="Alata" panose="020B0604020202020204" charset="0"/>
                      </a:rPr>
                      <m:t>𝓊</m:t>
                    </m:r>
                  </m:oMath>
                </a14:m>
                <a:r>
                  <a:rPr lang="en-US" sz="1800" b="0" i="0" dirty="0">
                    <a:solidFill>
                      <a:srgbClr val="191919"/>
                    </a:solidFill>
                    <a:effectLst/>
                    <a:latin typeface="Alata" panose="020B0604020202020204" charset="0"/>
                    <a:ea typeface="Alata" panose="020B0604020202020204" charset="0"/>
                    <a:cs typeface="Alata" panose="020B0604020202020204" charset="0"/>
                  </a:rPr>
                  <a:t>) +</a:t>
                </a:r>
                <a14:m>
                  <m:oMath xmlns:m="http://schemas.openxmlformats.org/officeDocument/2006/math">
                    <m:r>
                      <a:rPr lang="en-US" sz="1800" b="0" i="1" dirty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lata" panose="020B0604020202020204" charset="0"/>
                      </a:rPr>
                      <m:t>ℳ</m:t>
                    </m:r>
                  </m:oMath>
                </a14:m>
                <a:r>
                  <a:rPr lang="en-US" sz="1800" b="0" i="0" dirty="0">
                    <a:solidFill>
                      <a:srgbClr val="191919"/>
                    </a:solidFill>
                    <a:effectLst/>
                    <a:latin typeface="Alata" panose="020B0604020202020204" charset="0"/>
                    <a:ea typeface="Alata" panose="020B0604020202020204" charset="0"/>
                    <a:cs typeface="Alata" panose="020B060402020202020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1800" b="0" i="1">
                        <a:solidFill>
                          <a:srgbClr val="191919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lata" panose="020B0604020202020204" charset="0"/>
                      </a:rPr>
                      <m:t>𝓋</m:t>
                    </m:r>
                  </m:oMath>
                </a14:m>
                <a:r>
                  <a:rPr lang="en-US" sz="1800" b="0" i="0" dirty="0">
                    <a:solidFill>
                      <a:srgbClr val="191919"/>
                    </a:solidFill>
                    <a:effectLst/>
                    <a:latin typeface="Alata" panose="020B0604020202020204" charset="0"/>
                    <a:ea typeface="Alata" panose="020B0604020202020204" charset="0"/>
                    <a:cs typeface="Alata" panose="020B0604020202020204" charset="0"/>
                  </a:rPr>
                  <a:t>)</a:t>
                </a:r>
                <a:endParaRPr lang="en-US" dirty="0"/>
              </a:p>
            </p:txBody>
          </p:sp>
        </mc:Choice>
        <mc:Fallback xmlns="">
          <p:sp>
            <p:nvSpPr>
              <p:cNvPr id="5" name="Subtitle 4">
                <a:extLst>
                  <a:ext uri="{FF2B5EF4-FFF2-40B4-BE49-F238E27FC236}">
                    <a16:creationId xmlns:a16="http://schemas.microsoft.com/office/drawing/2014/main" id="{E421CBF2-7E41-7244-8CC1-835D44C90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blipFill>
                <a:blip r:embed="rId2"/>
                <a:stretch>
                  <a:fillRect b="-13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Subtitle 5">
                <a:extLst>
                  <a:ext uri="{FF2B5EF4-FFF2-40B4-BE49-F238E27FC236}">
                    <a16:creationId xmlns:a16="http://schemas.microsoft.com/office/drawing/2014/main" id="{51889E28-E122-2B36-CC02-B7ABA3D4B258}"/>
                  </a:ext>
                </a:extLst>
              </p:cNvPr>
              <p:cNvSpPr>
                <a:spLocks noGrp="1"/>
              </p:cNvSpPr>
              <p:nvPr>
                <p:ph type="subTitle" idx="4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lata" panose="020B0604020202020204" charset="0"/>
                        </a:rPr>
                        <m:t>ℳ</m:t>
                      </m:r>
                      <m:r>
                        <m:rPr>
                          <m:nor/>
                        </m:rPr>
                        <a:rPr lang="en-US" sz="1800" b="0" dirty="0">
                          <a:solidFill>
                            <a:srgbClr val="191919"/>
                          </a:solidFill>
                          <a:latin typeface="Alata" panose="020B0604020202020204" charset="0"/>
                          <a:ea typeface="Alata" panose="020B0604020202020204" charset="0"/>
                          <a:cs typeface="Alata" panose="020B0604020202020204" charset="0"/>
                        </a:rPr>
                        <m:t>(</m:t>
                      </m:r>
                      <m:r>
                        <a:rPr lang="en-US" sz="1800" b="0" i="1">
                          <a:latin typeface="Cambria Math" panose="02040503050406030204" pitchFamily="18" charset="0"/>
                        </a:rPr>
                        <m:t>𝒸</m:t>
                      </m:r>
                      <m:r>
                        <a:rPr lang="en-US" sz="1800" b="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Alata" panose="020B0604020202020204" charset="0"/>
                          <a:cs typeface="Alata" panose="020B0604020202020204" charset="0"/>
                        </a:rPr>
                        <m:t>𝓊</m:t>
                      </m:r>
                      <m:r>
                        <m:rPr>
                          <m:nor/>
                        </m:rPr>
                        <a:rPr lang="en-US" sz="1800" b="0" dirty="0">
                          <a:solidFill>
                            <a:srgbClr val="191919"/>
                          </a:solidFill>
                          <a:latin typeface="Alata" panose="020B0604020202020204" charset="0"/>
                          <a:ea typeface="Alata" panose="020B0604020202020204" charset="0"/>
                          <a:cs typeface="Alata" panose="020B0604020202020204" charset="0"/>
                        </a:rPr>
                        <m:t>)</m:t>
                      </m:r>
                      <m:r>
                        <a:rPr lang="en-US" sz="1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Alata" panose="020B0604020202020204" charset="0"/>
                          <a:cs typeface="Alata" panose="020B0604020202020204" charset="0"/>
                        </a:rPr>
                        <m:t>=</m:t>
                      </m:r>
                      <m:r>
                        <a:rPr lang="en-US" sz="1800" b="0" i="1">
                          <a:latin typeface="Cambria Math" panose="02040503050406030204" pitchFamily="18" charset="0"/>
                        </a:rPr>
                        <m:t>𝒸</m:t>
                      </m:r>
                      <m:r>
                        <a:rPr lang="en-US" sz="1800" b="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lata" panose="020B0604020202020204" charset="0"/>
                        </a:rPr>
                        <m:t>ℳ</m:t>
                      </m:r>
                      <m:r>
                        <m:rPr>
                          <m:nor/>
                        </m:rPr>
                        <a:rPr lang="en-US" sz="1800" b="0" dirty="0">
                          <a:solidFill>
                            <a:srgbClr val="191919"/>
                          </a:solidFill>
                          <a:latin typeface="Alata" panose="020B0604020202020204" charset="0"/>
                          <a:ea typeface="Alata" panose="020B0604020202020204" charset="0"/>
                          <a:cs typeface="Alata" panose="020B0604020202020204" charset="0"/>
                        </a:rPr>
                        <m:t>(</m:t>
                      </m:r>
                      <m:r>
                        <a:rPr lang="en-US" sz="1800" b="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Alata" panose="020B0604020202020204" charset="0"/>
                          <a:cs typeface="Alata" panose="020B0604020202020204" charset="0"/>
                        </a:rPr>
                        <m:t>𝓊</m:t>
                      </m:r>
                      <m:r>
                        <m:rPr>
                          <m:nor/>
                        </m:rPr>
                        <a:rPr lang="en-US" sz="1800" b="0" dirty="0">
                          <a:solidFill>
                            <a:srgbClr val="191919"/>
                          </a:solidFill>
                          <a:latin typeface="Alata" panose="020B0604020202020204" charset="0"/>
                          <a:ea typeface="Alata" panose="020B0604020202020204" charset="0"/>
                          <a:cs typeface="Alata" panose="020B0604020202020204" charset="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6" name="Subtitle 5">
                <a:extLst>
                  <a:ext uri="{FF2B5EF4-FFF2-40B4-BE49-F238E27FC236}">
                    <a16:creationId xmlns:a16="http://schemas.microsoft.com/office/drawing/2014/main" id="{51889E28-E122-2B36-CC02-B7ABA3D4B2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4"/>
              </p:nvPr>
            </p:nvSpPr>
            <p:spPr>
              <a:blipFill>
                <a:blip r:embed="rId3"/>
                <a:stretch>
                  <a:fillRect b="-9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A3942F8-D0FF-49D1-99A8-0E97522C3332}"/>
                  </a:ext>
                </a:extLst>
              </p:cNvPr>
              <p:cNvSpPr txBox="1"/>
              <p:nvPr/>
            </p:nvSpPr>
            <p:spPr>
              <a:xfrm>
                <a:off x="514350" y="2857500"/>
                <a:ext cx="2952750" cy="9307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191919"/>
                        </a:solidFill>
                        <a:effectLst/>
                        <a:latin typeface="Cambria Math" panose="02040503050406030204" pitchFamily="18" charset="0"/>
                        <a:ea typeface="Alata" panose="020B0604020202020204" charset="0"/>
                        <a:cs typeface="Alata" panose="020B0604020202020204" charset="0"/>
                      </a:rPr>
                      <m:t>𝒯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𝓊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)=  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𝓊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A3942F8-D0FF-49D1-99A8-0E97522C33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50" y="2857500"/>
                <a:ext cx="2952750" cy="9307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4080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EB816-D43B-BB24-869A-791C8ED1F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32172"/>
            <a:ext cx="7704000" cy="572700"/>
          </a:xfrm>
        </p:spPr>
        <p:txBody>
          <a:bodyPr/>
          <a:lstStyle/>
          <a:p>
            <a:r>
              <a:rPr lang="en-US" sz="2800" dirty="0">
                <a:latin typeface="Montserrat" panose="00000500000000000000" pitchFamily="2" charset="0"/>
              </a:rPr>
              <a:t>Deeper understanding of a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C7359CB2-9761-C9E9-A7D6-550C9E1635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3800" y="804872"/>
                <a:ext cx="7704000" cy="3435289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5000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500"/>
                  <a:buFont typeface="Montserrat Black"/>
                  <a:buNone/>
                  <a:defRPr sz="35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1pPr>
                <a:lvl2pPr marR="0" lvl="1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2pPr>
                <a:lvl3pPr marR="0" lvl="2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3pPr>
                <a:lvl4pPr marR="0" lvl="3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4pPr>
                <a:lvl5pPr marR="0" lvl="4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5pPr>
                <a:lvl6pPr marR="0" lvl="5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6pPr>
                <a:lvl7pPr marR="0" lvl="6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7pPr>
                <a:lvl8pPr marR="0" lvl="7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8pPr>
                <a:lvl9pPr marR="0" lvl="8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9pPr>
              </a:lstStyle>
              <a:p>
                <a:pPr algn="l"/>
                <a:endParaRPr lang="en-US" sz="1600" b="0" dirty="0">
                  <a:latin typeface="Alata" panose="020B0604020202020204" charset="0"/>
                </a:endParaRPr>
              </a:p>
              <a:p>
                <a:pPr algn="l"/>
                <a:r>
                  <a:rPr lang="en-US" sz="1600" b="0" dirty="0">
                    <a:latin typeface="Alata" panose="020B0604020202020204" charset="0"/>
                  </a:rPr>
                  <a:t>Recall that multiplying a matrix into a vector was described with this pattern:</a:t>
                </a:r>
                <a:endParaRPr lang="en-US" sz="1600" dirty="0">
                  <a:latin typeface="Alata" panose="020B0604020202020204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1800" dirty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𝑏𝑦</m:t>
                            </m:r>
                          </m:e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𝑐𝑥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𝑑𝑦</m:t>
                            </m:r>
                          </m:e>
                        </m:eqArr>
                      </m:e>
                    </m:d>
                  </m:oMath>
                </a14:m>
                <a:endParaRPr lang="en-US" sz="1800" dirty="0">
                  <a:latin typeface="Alata" panose="020B0604020202020204" charset="0"/>
                </a:endParaRPr>
              </a:p>
            </p:txBody>
          </p:sp>
        </mc:Choice>
        <mc:Fallback xmlns="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C7359CB2-9761-C9E9-A7D6-550C9E163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00" y="804872"/>
                <a:ext cx="7704000" cy="3435289"/>
              </a:xfrm>
              <a:prstGeom prst="rect">
                <a:avLst/>
              </a:prstGeom>
              <a:blipFill>
                <a:blip r:embed="rId3"/>
                <a:stretch>
                  <a:fillRect l="-395"/>
                </a:stretch>
              </a:blip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Placeholder 2">
                <a:extLst>
                  <a:ext uri="{FF2B5EF4-FFF2-40B4-BE49-F238E27FC236}">
                    <a16:creationId xmlns:a16="http://schemas.microsoft.com/office/drawing/2014/main" id="{136AB8C4-74CD-D0C4-59B1-0CED63E1372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423397" y="2207052"/>
                <a:ext cx="4539741" cy="974437"/>
              </a:xfrm>
            </p:spPr>
            <p:txBody>
              <a:bodyPr/>
              <a:lstStyle/>
              <a:p>
                <a:pPr marL="13970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= a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+ b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7" name="Text Placeholder 2">
                <a:extLst>
                  <a:ext uri="{FF2B5EF4-FFF2-40B4-BE49-F238E27FC236}">
                    <a16:creationId xmlns:a16="http://schemas.microsoft.com/office/drawing/2014/main" id="{136AB8C4-74CD-D0C4-59B1-0CED63E137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423397" y="2207052"/>
                <a:ext cx="4539741" cy="974437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57B677A-2B3C-F41D-C814-F1F7FDD218E4}"/>
                  </a:ext>
                </a:extLst>
              </p:cNvPr>
              <p:cNvSpPr txBox="1"/>
              <p:nvPr/>
            </p:nvSpPr>
            <p:spPr>
              <a:xfrm>
                <a:off x="2190527" y="3288569"/>
                <a:ext cx="5005479" cy="6879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3970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000" dirty="0"/>
                  <a:t> = x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000" dirty="0"/>
                  <a:t> + y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000" dirty="0"/>
                  <a:t> 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eqArr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57B677A-2B3C-F41D-C814-F1F7FDD21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527" y="3288569"/>
                <a:ext cx="5005479" cy="6879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3D5D948D-5226-559F-E3F7-B32FD5507625}"/>
              </a:ext>
            </a:extLst>
          </p:cNvPr>
          <p:cNvGrpSpPr/>
          <p:nvPr/>
        </p:nvGrpSpPr>
        <p:grpSpPr>
          <a:xfrm>
            <a:off x="5746552" y="2904008"/>
            <a:ext cx="201848" cy="485092"/>
            <a:chOff x="5379886" y="2828217"/>
            <a:chExt cx="209667" cy="5038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16D06E4-9505-C0B5-CBC5-BF319A83DCEF}"/>
                    </a:ext>
                  </a:extLst>
                </p:cNvPr>
                <p:cNvSpPr txBox="1"/>
                <p:nvPr/>
              </p:nvSpPr>
              <p:spPr>
                <a:xfrm>
                  <a:off x="5379886" y="2896386"/>
                  <a:ext cx="209667" cy="32266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𝒿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16D06E4-9505-C0B5-CBC5-BF319A83DC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9886" y="2896386"/>
                  <a:ext cx="209667" cy="322668"/>
                </a:xfrm>
                <a:prstGeom prst="rect">
                  <a:avLst/>
                </a:prstGeom>
                <a:blipFill>
                  <a:blip r:embed="rId6"/>
                  <a:stretch>
                    <a:fillRect l="-39394" r="-36364" b="-3529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37FAA8D-895F-D2F2-E09B-F4070DFE4885}"/>
                </a:ext>
              </a:extLst>
            </p:cNvPr>
            <p:cNvCxnSpPr/>
            <p:nvPr/>
          </p:nvCxnSpPr>
          <p:spPr>
            <a:xfrm rot="5400000">
              <a:off x="5415462" y="3240661"/>
              <a:ext cx="182880" cy="0"/>
            </a:xfrm>
            <a:prstGeom prst="line">
              <a:avLst/>
            </a:prstGeom>
            <a:solidFill>
              <a:srgbClr val="66CC00">
                <a:alpha val="5000"/>
              </a:srgbClr>
            </a:solidFill>
            <a:ln w="18000">
              <a:solidFill>
                <a:srgbClr val="66CC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4F4B7E4-79D4-8C2B-4DCF-3ACA2B03A5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55653" y="2828217"/>
              <a:ext cx="0" cy="171590"/>
            </a:xfrm>
            <a:prstGeom prst="line">
              <a:avLst/>
            </a:prstGeom>
            <a:solidFill>
              <a:srgbClr val="66CC00">
                <a:alpha val="5000"/>
              </a:srgbClr>
            </a:solidFill>
            <a:ln w="18000">
              <a:solidFill>
                <a:srgbClr val="66CC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2ECA644-54AF-D895-1D17-5846BB41B025}"/>
              </a:ext>
            </a:extLst>
          </p:cNvPr>
          <p:cNvGrpSpPr/>
          <p:nvPr/>
        </p:nvGrpSpPr>
        <p:grpSpPr>
          <a:xfrm>
            <a:off x="5329582" y="2893708"/>
            <a:ext cx="312995" cy="457774"/>
            <a:chOff x="4812876" y="2828217"/>
            <a:chExt cx="325120" cy="4755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723972E-53BF-0667-9528-CF7640D9BF79}"/>
                    </a:ext>
                  </a:extLst>
                </p:cNvPr>
                <p:cNvSpPr txBox="1"/>
                <p:nvPr/>
              </p:nvSpPr>
              <p:spPr>
                <a:xfrm>
                  <a:off x="4812876" y="2828217"/>
                  <a:ext cx="325120" cy="4194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𝒾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723972E-53BF-0667-9528-CF7640D9BF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12876" y="2828217"/>
                  <a:ext cx="325120" cy="41946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039372C-7A48-1CAC-2DC4-51B095357498}"/>
                </a:ext>
              </a:extLst>
            </p:cNvPr>
            <p:cNvCxnSpPr/>
            <p:nvPr/>
          </p:nvCxnSpPr>
          <p:spPr>
            <a:xfrm rot="5400000">
              <a:off x="4874510" y="3241271"/>
              <a:ext cx="124909" cy="0"/>
            </a:xfrm>
            <a:prstGeom prst="line">
              <a:avLst/>
            </a:prstGeom>
            <a:solidFill>
              <a:srgbClr val="66CC00">
                <a:alpha val="5000"/>
              </a:srgbClr>
            </a:solidFill>
            <a:ln w="18000">
              <a:solidFill>
                <a:srgbClr val="66CC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428CE0-7A9C-214B-4C0A-7C20DE6733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3114" y="2859879"/>
              <a:ext cx="0" cy="117198"/>
            </a:xfrm>
            <a:prstGeom prst="line">
              <a:avLst/>
            </a:prstGeom>
            <a:solidFill>
              <a:srgbClr val="66CC00">
                <a:alpha val="5000"/>
              </a:srgbClr>
            </a:solidFill>
            <a:ln w="18000">
              <a:solidFill>
                <a:srgbClr val="66CC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CA2C7613-E803-956C-9622-D686A832444C}"/>
              </a:ext>
            </a:extLst>
          </p:cNvPr>
          <p:cNvSpPr txBox="1"/>
          <p:nvPr/>
        </p:nvSpPr>
        <p:spPr>
          <a:xfrm>
            <a:off x="3950208" y="2036064"/>
            <a:ext cx="1274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lata" panose="020B0604020202020204" charset="0"/>
              </a:rPr>
              <a:t>here is why:</a:t>
            </a:r>
            <a:endParaRPr lang="en-US" sz="1400" b="0" dirty="0">
              <a:latin typeface="Alat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1389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E674DE6-6B81-F604-2883-31C5B3BE264A}"/>
              </a:ext>
            </a:extLst>
          </p:cNvPr>
          <p:cNvGrpSpPr/>
          <p:nvPr/>
        </p:nvGrpSpPr>
        <p:grpSpPr>
          <a:xfrm>
            <a:off x="887098" y="318134"/>
            <a:ext cx="3812918" cy="3613785"/>
            <a:chOff x="4980562" y="1057275"/>
            <a:chExt cx="2971800" cy="2971800"/>
          </a:xfrm>
          <a:solidFill>
            <a:schemeClr val="bg2">
              <a:lumMod val="60000"/>
              <a:lumOff val="40000"/>
            </a:schemeClr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CAFBEF1-CE00-21B0-FE72-E751EFEE332A}"/>
                </a:ext>
              </a:extLst>
            </p:cNvPr>
            <p:cNvSpPr/>
            <p:nvPr/>
          </p:nvSpPr>
          <p:spPr>
            <a:xfrm>
              <a:off x="4980562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1A556A2-6FAC-94F5-C02A-E920F6685F9D}"/>
                </a:ext>
              </a:extLst>
            </p:cNvPr>
            <p:cNvSpPr/>
            <p:nvPr/>
          </p:nvSpPr>
          <p:spPr>
            <a:xfrm>
              <a:off x="5352037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F6D384C-C983-1373-E8B8-997363455AC3}"/>
                </a:ext>
              </a:extLst>
            </p:cNvPr>
            <p:cNvSpPr/>
            <p:nvPr/>
          </p:nvSpPr>
          <p:spPr>
            <a:xfrm>
              <a:off x="6094987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887AD4A-9E67-23F7-7F1D-2BE81BE6CD5E}"/>
                </a:ext>
              </a:extLst>
            </p:cNvPr>
            <p:cNvSpPr/>
            <p:nvPr/>
          </p:nvSpPr>
          <p:spPr>
            <a:xfrm>
              <a:off x="5723512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DC440CC-E283-3EB1-F4A5-2D2D08BD46D3}"/>
                </a:ext>
              </a:extLst>
            </p:cNvPr>
            <p:cNvSpPr/>
            <p:nvPr/>
          </p:nvSpPr>
          <p:spPr>
            <a:xfrm>
              <a:off x="6466462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91096A9-5F55-08B3-A9BD-A994647A1D4F}"/>
                </a:ext>
              </a:extLst>
            </p:cNvPr>
            <p:cNvSpPr/>
            <p:nvPr/>
          </p:nvSpPr>
          <p:spPr>
            <a:xfrm>
              <a:off x="6837937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5347B42-2A5E-AD13-9B40-6B85BDA9B586}"/>
                </a:ext>
              </a:extLst>
            </p:cNvPr>
            <p:cNvSpPr/>
            <p:nvPr/>
          </p:nvSpPr>
          <p:spPr>
            <a:xfrm>
              <a:off x="7580887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6C23BC3-36D4-389B-EB80-DE20395766DE}"/>
                </a:ext>
              </a:extLst>
            </p:cNvPr>
            <p:cNvSpPr/>
            <p:nvPr/>
          </p:nvSpPr>
          <p:spPr>
            <a:xfrm>
              <a:off x="7209412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ECA86BB-4927-95B7-9974-39D5DD3FB901}"/>
                </a:ext>
              </a:extLst>
            </p:cNvPr>
            <p:cNvSpPr/>
            <p:nvPr/>
          </p:nvSpPr>
          <p:spPr>
            <a:xfrm>
              <a:off x="4980562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95F768B-750A-76F7-9729-A9A66CE13EBF}"/>
                </a:ext>
              </a:extLst>
            </p:cNvPr>
            <p:cNvSpPr/>
            <p:nvPr/>
          </p:nvSpPr>
          <p:spPr>
            <a:xfrm>
              <a:off x="5352037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6217964-F49D-5903-FDAD-D41E7A1A72FA}"/>
                </a:ext>
              </a:extLst>
            </p:cNvPr>
            <p:cNvSpPr/>
            <p:nvPr/>
          </p:nvSpPr>
          <p:spPr>
            <a:xfrm>
              <a:off x="6094987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F7DD55-E118-8D53-FED8-4A37983260AD}"/>
                </a:ext>
              </a:extLst>
            </p:cNvPr>
            <p:cNvSpPr/>
            <p:nvPr/>
          </p:nvSpPr>
          <p:spPr>
            <a:xfrm>
              <a:off x="5723512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4F7AC85-A671-54DA-E163-213CAA8D471F}"/>
                </a:ext>
              </a:extLst>
            </p:cNvPr>
            <p:cNvSpPr/>
            <p:nvPr/>
          </p:nvSpPr>
          <p:spPr>
            <a:xfrm>
              <a:off x="6466462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2DC9C3F-EC37-64F8-12D7-ABAB9DE26FA3}"/>
                </a:ext>
              </a:extLst>
            </p:cNvPr>
            <p:cNvSpPr/>
            <p:nvPr/>
          </p:nvSpPr>
          <p:spPr>
            <a:xfrm>
              <a:off x="6837937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1BB5B0C-1749-DB4A-B548-3E8567C0B448}"/>
                </a:ext>
              </a:extLst>
            </p:cNvPr>
            <p:cNvSpPr/>
            <p:nvPr/>
          </p:nvSpPr>
          <p:spPr>
            <a:xfrm>
              <a:off x="7580887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9B83840-8C6B-8021-7A36-79CA57CB9531}"/>
                </a:ext>
              </a:extLst>
            </p:cNvPr>
            <p:cNvSpPr/>
            <p:nvPr/>
          </p:nvSpPr>
          <p:spPr>
            <a:xfrm>
              <a:off x="7209412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0CE250F-03F0-BA72-F915-D206F96089B7}"/>
                </a:ext>
              </a:extLst>
            </p:cNvPr>
            <p:cNvSpPr/>
            <p:nvPr/>
          </p:nvSpPr>
          <p:spPr>
            <a:xfrm>
              <a:off x="4980562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3061378-6C83-81EA-4203-86DF00F1FAED}"/>
                </a:ext>
              </a:extLst>
            </p:cNvPr>
            <p:cNvSpPr/>
            <p:nvPr/>
          </p:nvSpPr>
          <p:spPr>
            <a:xfrm>
              <a:off x="5352037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235525A-B74E-EC17-9EF2-2E27EFE8545B}"/>
                </a:ext>
              </a:extLst>
            </p:cNvPr>
            <p:cNvSpPr/>
            <p:nvPr/>
          </p:nvSpPr>
          <p:spPr>
            <a:xfrm>
              <a:off x="6094987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D44E065-358E-F478-9DA4-B280086457C7}"/>
                </a:ext>
              </a:extLst>
            </p:cNvPr>
            <p:cNvSpPr/>
            <p:nvPr/>
          </p:nvSpPr>
          <p:spPr>
            <a:xfrm>
              <a:off x="5723512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44B7008-6412-4C6B-D9C8-B20885373FA7}"/>
                </a:ext>
              </a:extLst>
            </p:cNvPr>
            <p:cNvSpPr/>
            <p:nvPr/>
          </p:nvSpPr>
          <p:spPr>
            <a:xfrm>
              <a:off x="6466462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4C35FB0-7E5A-B753-3DC2-8F2BDFC0B33D}"/>
                </a:ext>
              </a:extLst>
            </p:cNvPr>
            <p:cNvSpPr/>
            <p:nvPr/>
          </p:nvSpPr>
          <p:spPr>
            <a:xfrm>
              <a:off x="6837937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C078FCA-717A-095B-70B3-E0E5A517D0CB}"/>
                </a:ext>
              </a:extLst>
            </p:cNvPr>
            <p:cNvSpPr/>
            <p:nvPr/>
          </p:nvSpPr>
          <p:spPr>
            <a:xfrm>
              <a:off x="7580887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EF5E6C8-DA4B-395B-1649-83336C44F13C}"/>
                </a:ext>
              </a:extLst>
            </p:cNvPr>
            <p:cNvSpPr/>
            <p:nvPr/>
          </p:nvSpPr>
          <p:spPr>
            <a:xfrm>
              <a:off x="7209412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02E1D66-863A-2EFA-2042-E9E28E27900B}"/>
                </a:ext>
              </a:extLst>
            </p:cNvPr>
            <p:cNvSpPr/>
            <p:nvPr/>
          </p:nvSpPr>
          <p:spPr>
            <a:xfrm>
              <a:off x="4980562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65EEF8B-47B1-87EB-DF92-1523447F2B3B}"/>
                </a:ext>
              </a:extLst>
            </p:cNvPr>
            <p:cNvSpPr/>
            <p:nvPr/>
          </p:nvSpPr>
          <p:spPr>
            <a:xfrm>
              <a:off x="5352037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87CEC10-B38F-96B7-D99E-ED8E6CB249C6}"/>
                </a:ext>
              </a:extLst>
            </p:cNvPr>
            <p:cNvSpPr/>
            <p:nvPr/>
          </p:nvSpPr>
          <p:spPr>
            <a:xfrm>
              <a:off x="6094987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461700A-7A68-85A5-98EB-27FA05C55436}"/>
                </a:ext>
              </a:extLst>
            </p:cNvPr>
            <p:cNvSpPr/>
            <p:nvPr/>
          </p:nvSpPr>
          <p:spPr>
            <a:xfrm>
              <a:off x="5723512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837975A-E22F-BE2E-7FEC-4537F5D8A09B}"/>
                </a:ext>
              </a:extLst>
            </p:cNvPr>
            <p:cNvSpPr/>
            <p:nvPr/>
          </p:nvSpPr>
          <p:spPr>
            <a:xfrm>
              <a:off x="6466462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0222A37-52C1-78F0-611D-37AE4EAAE1FE}"/>
                </a:ext>
              </a:extLst>
            </p:cNvPr>
            <p:cNvSpPr/>
            <p:nvPr/>
          </p:nvSpPr>
          <p:spPr>
            <a:xfrm>
              <a:off x="6837937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8BF6B17-BD70-E2B4-8071-E12AC4FCD3AE}"/>
                </a:ext>
              </a:extLst>
            </p:cNvPr>
            <p:cNvSpPr/>
            <p:nvPr/>
          </p:nvSpPr>
          <p:spPr>
            <a:xfrm>
              <a:off x="7580887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E1F0A24-685B-EAD0-C16E-7FE5ADFDA98C}"/>
                </a:ext>
              </a:extLst>
            </p:cNvPr>
            <p:cNvSpPr/>
            <p:nvPr/>
          </p:nvSpPr>
          <p:spPr>
            <a:xfrm>
              <a:off x="7209412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E9FB384-BD1B-E7A4-2EFE-C6E3AF600E95}"/>
                </a:ext>
              </a:extLst>
            </p:cNvPr>
            <p:cNvSpPr/>
            <p:nvPr/>
          </p:nvSpPr>
          <p:spPr>
            <a:xfrm>
              <a:off x="4980562" y="18002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DD8E72C-2D59-F39E-5691-8BF67F6D76DB}"/>
                </a:ext>
              </a:extLst>
            </p:cNvPr>
            <p:cNvSpPr/>
            <p:nvPr/>
          </p:nvSpPr>
          <p:spPr>
            <a:xfrm>
              <a:off x="5352037" y="18002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40B4306-F5CC-9034-2886-FF925ACCD6BB}"/>
                </a:ext>
              </a:extLst>
            </p:cNvPr>
            <p:cNvSpPr/>
            <p:nvPr/>
          </p:nvSpPr>
          <p:spPr>
            <a:xfrm>
              <a:off x="6094987" y="18002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3470718-3D6E-A036-4BC8-FCD936557488}"/>
                </a:ext>
              </a:extLst>
            </p:cNvPr>
            <p:cNvSpPr/>
            <p:nvPr/>
          </p:nvSpPr>
          <p:spPr>
            <a:xfrm>
              <a:off x="5723512" y="18002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074B230-F9E0-8366-D884-A28D5531B9B4}"/>
                </a:ext>
              </a:extLst>
            </p:cNvPr>
            <p:cNvSpPr/>
            <p:nvPr/>
          </p:nvSpPr>
          <p:spPr>
            <a:xfrm>
              <a:off x="6466462" y="18002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43EC836-BFA5-2695-1DC0-BA83A347B7FC}"/>
                </a:ext>
              </a:extLst>
            </p:cNvPr>
            <p:cNvSpPr/>
            <p:nvPr/>
          </p:nvSpPr>
          <p:spPr>
            <a:xfrm>
              <a:off x="6837937" y="18002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DB4F1F4-B97F-C23B-D642-375D730818E9}"/>
                </a:ext>
              </a:extLst>
            </p:cNvPr>
            <p:cNvSpPr/>
            <p:nvPr/>
          </p:nvSpPr>
          <p:spPr>
            <a:xfrm>
              <a:off x="7580887" y="18002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F6F63AD-BB11-B5B9-366A-AA426418F8E5}"/>
                </a:ext>
              </a:extLst>
            </p:cNvPr>
            <p:cNvSpPr/>
            <p:nvPr/>
          </p:nvSpPr>
          <p:spPr>
            <a:xfrm>
              <a:off x="7209412" y="18002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8DBD4B7-AAF7-4845-DABB-339617A28664}"/>
                </a:ext>
              </a:extLst>
            </p:cNvPr>
            <p:cNvSpPr/>
            <p:nvPr/>
          </p:nvSpPr>
          <p:spPr>
            <a:xfrm>
              <a:off x="4980562" y="21717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9B35C7A-0DF8-8F87-35B5-C0EA9A6F55E9}"/>
                </a:ext>
              </a:extLst>
            </p:cNvPr>
            <p:cNvSpPr/>
            <p:nvPr/>
          </p:nvSpPr>
          <p:spPr>
            <a:xfrm>
              <a:off x="5352037" y="21717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520444F-3EC9-DF0E-BD3A-92F5B1177DDE}"/>
                </a:ext>
              </a:extLst>
            </p:cNvPr>
            <p:cNvSpPr/>
            <p:nvPr/>
          </p:nvSpPr>
          <p:spPr>
            <a:xfrm>
              <a:off x="6094987" y="21717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1E66451-85A1-6CDB-5198-0FEE6574E873}"/>
                </a:ext>
              </a:extLst>
            </p:cNvPr>
            <p:cNvSpPr/>
            <p:nvPr/>
          </p:nvSpPr>
          <p:spPr>
            <a:xfrm>
              <a:off x="5723512" y="21717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FDF157E-6D7B-E578-BCB6-2CD26A039D01}"/>
                </a:ext>
              </a:extLst>
            </p:cNvPr>
            <p:cNvSpPr/>
            <p:nvPr/>
          </p:nvSpPr>
          <p:spPr>
            <a:xfrm>
              <a:off x="6466462" y="21717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6092323-F586-2EB3-2862-4C1C574E5957}"/>
                </a:ext>
              </a:extLst>
            </p:cNvPr>
            <p:cNvSpPr/>
            <p:nvPr/>
          </p:nvSpPr>
          <p:spPr>
            <a:xfrm>
              <a:off x="6837937" y="21717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7EA398C-94CA-41C8-0EC7-C6A4560F6C6E}"/>
                </a:ext>
              </a:extLst>
            </p:cNvPr>
            <p:cNvSpPr/>
            <p:nvPr/>
          </p:nvSpPr>
          <p:spPr>
            <a:xfrm>
              <a:off x="7580887" y="21717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91A0C7F-56BC-1FB9-00BC-70259C05C4D9}"/>
                </a:ext>
              </a:extLst>
            </p:cNvPr>
            <p:cNvSpPr/>
            <p:nvPr/>
          </p:nvSpPr>
          <p:spPr>
            <a:xfrm>
              <a:off x="7209412" y="21717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9C112A6-14CF-9930-EC7A-CA39622D7C9E}"/>
                </a:ext>
              </a:extLst>
            </p:cNvPr>
            <p:cNvSpPr/>
            <p:nvPr/>
          </p:nvSpPr>
          <p:spPr>
            <a:xfrm>
              <a:off x="4980562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F6DCC39-1012-89E7-E337-16161A68F5DD}"/>
                </a:ext>
              </a:extLst>
            </p:cNvPr>
            <p:cNvSpPr/>
            <p:nvPr/>
          </p:nvSpPr>
          <p:spPr>
            <a:xfrm>
              <a:off x="5352037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BD11F3D3-FA74-0790-895D-058EB7A24AE7}"/>
                </a:ext>
              </a:extLst>
            </p:cNvPr>
            <p:cNvSpPr/>
            <p:nvPr/>
          </p:nvSpPr>
          <p:spPr>
            <a:xfrm>
              <a:off x="6094987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A3229B4-E4C4-BB36-54DE-5A59AD80E8C6}"/>
                </a:ext>
              </a:extLst>
            </p:cNvPr>
            <p:cNvSpPr/>
            <p:nvPr/>
          </p:nvSpPr>
          <p:spPr>
            <a:xfrm>
              <a:off x="5723512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D60EB09-C390-DFE6-3A09-7B98FBBC8C06}"/>
                </a:ext>
              </a:extLst>
            </p:cNvPr>
            <p:cNvSpPr/>
            <p:nvPr/>
          </p:nvSpPr>
          <p:spPr>
            <a:xfrm>
              <a:off x="6466462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AB4E972-8EBE-CB59-3FC5-055BA6A3A3DE}"/>
                </a:ext>
              </a:extLst>
            </p:cNvPr>
            <p:cNvSpPr/>
            <p:nvPr/>
          </p:nvSpPr>
          <p:spPr>
            <a:xfrm>
              <a:off x="6837937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F34DA12-88E1-1C82-DB61-C428D83D6BCA}"/>
                </a:ext>
              </a:extLst>
            </p:cNvPr>
            <p:cNvSpPr/>
            <p:nvPr/>
          </p:nvSpPr>
          <p:spPr>
            <a:xfrm>
              <a:off x="7580887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D117AB2-954B-8866-5714-7E82EB53F775}"/>
                </a:ext>
              </a:extLst>
            </p:cNvPr>
            <p:cNvSpPr/>
            <p:nvPr/>
          </p:nvSpPr>
          <p:spPr>
            <a:xfrm>
              <a:off x="7209412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EEF0C273-DCE8-A486-CBDD-868AF771330C}"/>
                </a:ext>
              </a:extLst>
            </p:cNvPr>
            <p:cNvSpPr/>
            <p:nvPr/>
          </p:nvSpPr>
          <p:spPr>
            <a:xfrm>
              <a:off x="4980562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FEB8119-6932-3CEB-F72D-416FD919616B}"/>
                </a:ext>
              </a:extLst>
            </p:cNvPr>
            <p:cNvSpPr/>
            <p:nvPr/>
          </p:nvSpPr>
          <p:spPr>
            <a:xfrm>
              <a:off x="5352037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8C15D600-18A2-0B5C-33B6-4FD749ACAE0C}"/>
                </a:ext>
              </a:extLst>
            </p:cNvPr>
            <p:cNvSpPr/>
            <p:nvPr/>
          </p:nvSpPr>
          <p:spPr>
            <a:xfrm>
              <a:off x="6094987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9B9D7412-86C4-4519-7C54-9A8A2A493679}"/>
                </a:ext>
              </a:extLst>
            </p:cNvPr>
            <p:cNvSpPr/>
            <p:nvPr/>
          </p:nvSpPr>
          <p:spPr>
            <a:xfrm>
              <a:off x="5723512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B2C86AC8-79A4-853C-BBD6-76751DDCD347}"/>
                </a:ext>
              </a:extLst>
            </p:cNvPr>
            <p:cNvSpPr/>
            <p:nvPr/>
          </p:nvSpPr>
          <p:spPr>
            <a:xfrm>
              <a:off x="6466462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C1F63D3B-C305-D899-ADD9-99C7BAB6B19D}"/>
                </a:ext>
              </a:extLst>
            </p:cNvPr>
            <p:cNvSpPr/>
            <p:nvPr/>
          </p:nvSpPr>
          <p:spPr>
            <a:xfrm>
              <a:off x="6837937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BAF3E3C0-105C-3A7F-2976-FCC34FF45195}"/>
                </a:ext>
              </a:extLst>
            </p:cNvPr>
            <p:cNvSpPr/>
            <p:nvPr/>
          </p:nvSpPr>
          <p:spPr>
            <a:xfrm>
              <a:off x="7580887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6C0FC0EF-B782-2A32-FA37-B0B82A46EC24}"/>
                </a:ext>
              </a:extLst>
            </p:cNvPr>
            <p:cNvSpPr/>
            <p:nvPr/>
          </p:nvSpPr>
          <p:spPr>
            <a:xfrm>
              <a:off x="7209412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862E37C1-0171-7D83-F5E6-04D8B80867EE}"/>
                </a:ext>
              </a:extLst>
            </p:cNvPr>
            <p:cNvSpPr/>
            <p:nvPr/>
          </p:nvSpPr>
          <p:spPr>
            <a:xfrm>
              <a:off x="4980562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CD668AB3-BC44-6B1B-B991-B56167A80556}"/>
                </a:ext>
              </a:extLst>
            </p:cNvPr>
            <p:cNvSpPr/>
            <p:nvPr/>
          </p:nvSpPr>
          <p:spPr>
            <a:xfrm>
              <a:off x="5352037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9E417202-49AB-DAE6-8A53-DE67CEC4285E}"/>
                </a:ext>
              </a:extLst>
            </p:cNvPr>
            <p:cNvSpPr/>
            <p:nvPr/>
          </p:nvSpPr>
          <p:spPr>
            <a:xfrm>
              <a:off x="6094987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89F21026-3A71-242D-0E0C-CE1C52F8D928}"/>
                </a:ext>
              </a:extLst>
            </p:cNvPr>
            <p:cNvSpPr/>
            <p:nvPr/>
          </p:nvSpPr>
          <p:spPr>
            <a:xfrm>
              <a:off x="5723512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CFC66F3A-3151-7F7F-39C0-A4BC7C1515F7}"/>
                </a:ext>
              </a:extLst>
            </p:cNvPr>
            <p:cNvSpPr/>
            <p:nvPr/>
          </p:nvSpPr>
          <p:spPr>
            <a:xfrm>
              <a:off x="6466462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6C7FE096-5313-9CE0-BFB4-83D9EA9AF426}"/>
                </a:ext>
              </a:extLst>
            </p:cNvPr>
            <p:cNvSpPr/>
            <p:nvPr/>
          </p:nvSpPr>
          <p:spPr>
            <a:xfrm>
              <a:off x="6837937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1CFC0119-277D-B129-FB85-4E47BF681F1B}"/>
                </a:ext>
              </a:extLst>
            </p:cNvPr>
            <p:cNvSpPr/>
            <p:nvPr/>
          </p:nvSpPr>
          <p:spPr>
            <a:xfrm>
              <a:off x="7580887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66B8D845-D93A-B24D-9A35-7A4FF6645ADF}"/>
                </a:ext>
              </a:extLst>
            </p:cNvPr>
            <p:cNvSpPr/>
            <p:nvPr/>
          </p:nvSpPr>
          <p:spPr>
            <a:xfrm>
              <a:off x="7209412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8F26922A-C359-A3CD-5291-87134DE7A864}"/>
                </a:ext>
              </a:extLst>
            </p:cNvPr>
            <p:cNvSpPr/>
            <p:nvPr/>
          </p:nvSpPr>
          <p:spPr>
            <a:xfrm>
              <a:off x="4980562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9BE4DB12-8188-C66B-0DF9-5CE914D6F2C6}"/>
                </a:ext>
              </a:extLst>
            </p:cNvPr>
            <p:cNvSpPr/>
            <p:nvPr/>
          </p:nvSpPr>
          <p:spPr>
            <a:xfrm>
              <a:off x="5352037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D87B577D-AACB-67E6-1D23-E56810BC7CF5}"/>
                </a:ext>
              </a:extLst>
            </p:cNvPr>
            <p:cNvSpPr/>
            <p:nvPr/>
          </p:nvSpPr>
          <p:spPr>
            <a:xfrm>
              <a:off x="6094987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33F7676-6ABB-6550-6EC2-CB1470054B2D}"/>
                </a:ext>
              </a:extLst>
            </p:cNvPr>
            <p:cNvSpPr/>
            <p:nvPr/>
          </p:nvSpPr>
          <p:spPr>
            <a:xfrm>
              <a:off x="5723512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1FBDF5A2-1423-AFA5-8BDB-A9ABF57672D3}"/>
                </a:ext>
              </a:extLst>
            </p:cNvPr>
            <p:cNvSpPr/>
            <p:nvPr/>
          </p:nvSpPr>
          <p:spPr>
            <a:xfrm>
              <a:off x="6466462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166D13BF-DA23-913C-0EAA-6DC94721D08F}"/>
                </a:ext>
              </a:extLst>
            </p:cNvPr>
            <p:cNvSpPr/>
            <p:nvPr/>
          </p:nvSpPr>
          <p:spPr>
            <a:xfrm>
              <a:off x="6837937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E19B8C8A-DD6A-F0E2-474D-3316FEB8E881}"/>
                </a:ext>
              </a:extLst>
            </p:cNvPr>
            <p:cNvSpPr/>
            <p:nvPr/>
          </p:nvSpPr>
          <p:spPr>
            <a:xfrm>
              <a:off x="7580887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97E4A65A-FBBD-737A-5AEC-482A14785B1F}"/>
                </a:ext>
              </a:extLst>
            </p:cNvPr>
            <p:cNvSpPr/>
            <p:nvPr/>
          </p:nvSpPr>
          <p:spPr>
            <a:xfrm>
              <a:off x="7209412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EBB49B04-FD6E-4E1D-47AC-94C5A57F96EC}"/>
                </a:ext>
              </a:extLst>
            </p:cNvPr>
            <p:cNvSpPr/>
            <p:nvPr/>
          </p:nvSpPr>
          <p:spPr>
            <a:xfrm>
              <a:off x="4980562" y="32861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F6577F7-7190-6C0C-9DAA-A5B0EEC969DB}"/>
                </a:ext>
              </a:extLst>
            </p:cNvPr>
            <p:cNvSpPr/>
            <p:nvPr/>
          </p:nvSpPr>
          <p:spPr>
            <a:xfrm>
              <a:off x="5352037" y="32861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3519498F-51DF-0D0A-5A3F-1CCC3710FB4C}"/>
                </a:ext>
              </a:extLst>
            </p:cNvPr>
            <p:cNvSpPr/>
            <p:nvPr/>
          </p:nvSpPr>
          <p:spPr>
            <a:xfrm>
              <a:off x="6094987" y="32861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8C036E78-08D1-2A57-B3F4-A204A6F5DFC8}"/>
                </a:ext>
              </a:extLst>
            </p:cNvPr>
            <p:cNvSpPr/>
            <p:nvPr/>
          </p:nvSpPr>
          <p:spPr>
            <a:xfrm>
              <a:off x="5723512" y="32861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DDCA923F-7FD6-2E83-019F-950C78F8679E}"/>
                </a:ext>
              </a:extLst>
            </p:cNvPr>
            <p:cNvSpPr/>
            <p:nvPr/>
          </p:nvSpPr>
          <p:spPr>
            <a:xfrm>
              <a:off x="6466462" y="32861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7E8FA26-48CE-C82C-43E6-D88D568C9C70}"/>
                </a:ext>
              </a:extLst>
            </p:cNvPr>
            <p:cNvSpPr/>
            <p:nvPr/>
          </p:nvSpPr>
          <p:spPr>
            <a:xfrm>
              <a:off x="6837937" y="32861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AA75E591-53B6-661F-779E-730638489CE3}"/>
                </a:ext>
              </a:extLst>
            </p:cNvPr>
            <p:cNvSpPr/>
            <p:nvPr/>
          </p:nvSpPr>
          <p:spPr>
            <a:xfrm>
              <a:off x="7580887" y="32861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E2A565B6-EDC1-F550-44F5-48AB1A53EEF5}"/>
                </a:ext>
              </a:extLst>
            </p:cNvPr>
            <p:cNvSpPr/>
            <p:nvPr/>
          </p:nvSpPr>
          <p:spPr>
            <a:xfrm>
              <a:off x="7209412" y="32861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4CFCB49C-F115-8DA1-1244-D3408144F675}"/>
                </a:ext>
              </a:extLst>
            </p:cNvPr>
            <p:cNvSpPr/>
            <p:nvPr/>
          </p:nvSpPr>
          <p:spPr>
            <a:xfrm>
              <a:off x="4980562" y="36576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2179DC41-0520-AA98-A598-E9B3F800E68D}"/>
                </a:ext>
              </a:extLst>
            </p:cNvPr>
            <p:cNvSpPr/>
            <p:nvPr/>
          </p:nvSpPr>
          <p:spPr>
            <a:xfrm>
              <a:off x="5352037" y="36576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C92425D-BFCC-7374-8B6E-6FC819C9CB17}"/>
                </a:ext>
              </a:extLst>
            </p:cNvPr>
            <p:cNvSpPr/>
            <p:nvPr/>
          </p:nvSpPr>
          <p:spPr>
            <a:xfrm>
              <a:off x="6094987" y="36576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526B0935-9EEF-1796-06FF-E78C04122630}"/>
                </a:ext>
              </a:extLst>
            </p:cNvPr>
            <p:cNvSpPr/>
            <p:nvPr/>
          </p:nvSpPr>
          <p:spPr>
            <a:xfrm>
              <a:off x="5723512" y="36576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DED5BD34-E8F7-D4BC-169F-74D14BCAB572}"/>
                </a:ext>
              </a:extLst>
            </p:cNvPr>
            <p:cNvSpPr/>
            <p:nvPr/>
          </p:nvSpPr>
          <p:spPr>
            <a:xfrm>
              <a:off x="6466462" y="36576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3B1FE826-602D-B2D3-E1FE-BB7FBEA0B746}"/>
                </a:ext>
              </a:extLst>
            </p:cNvPr>
            <p:cNvSpPr/>
            <p:nvPr/>
          </p:nvSpPr>
          <p:spPr>
            <a:xfrm>
              <a:off x="6837937" y="36576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A27674D2-5A35-3783-3988-10DDDF97D146}"/>
                </a:ext>
              </a:extLst>
            </p:cNvPr>
            <p:cNvSpPr/>
            <p:nvPr/>
          </p:nvSpPr>
          <p:spPr>
            <a:xfrm>
              <a:off x="7580887" y="36576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E87DCCB-C908-B462-E253-E2357E375300}"/>
                </a:ext>
              </a:extLst>
            </p:cNvPr>
            <p:cNvSpPr/>
            <p:nvPr/>
          </p:nvSpPr>
          <p:spPr>
            <a:xfrm>
              <a:off x="7209412" y="36576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BB7CA477-9475-218B-DABD-4C17158332B2}"/>
              </a:ext>
            </a:extLst>
          </p:cNvPr>
          <p:cNvCxnSpPr>
            <a:cxnSpLocks/>
          </p:cNvCxnSpPr>
          <p:nvPr/>
        </p:nvCxnSpPr>
        <p:spPr>
          <a:xfrm flipV="1">
            <a:off x="2790177" y="1673302"/>
            <a:ext cx="953228" cy="4517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6AFD8F5B-6145-0149-A28B-7326E09BF1BE}"/>
                  </a:ext>
                </a:extLst>
              </p:cNvPr>
              <p:cNvSpPr txBox="1"/>
              <p:nvPr/>
            </p:nvSpPr>
            <p:spPr>
              <a:xfrm>
                <a:off x="5577840" y="1249681"/>
                <a:ext cx="3084113" cy="7081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 = 2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 + 1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endParaRPr lang="en-US" sz="2400" dirty="0"/>
              </a:p>
            </p:txBody>
          </p:sp>
        </mc:Choice>
        <mc:Fallback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6AFD8F5B-6145-0149-A28B-7326E09BF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840" y="1249681"/>
                <a:ext cx="3084113" cy="708143"/>
              </a:xfrm>
              <a:prstGeom prst="rect">
                <a:avLst/>
              </a:prstGeom>
              <a:blipFill>
                <a:blip r:embed="rId2"/>
                <a:stretch>
                  <a:fillRect b="-1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31C472A-195D-F4A1-947F-AFCEE9B5C782}"/>
                  </a:ext>
                </a:extLst>
              </p:cNvPr>
              <p:cNvSpPr txBox="1"/>
              <p:nvPr/>
            </p:nvSpPr>
            <p:spPr>
              <a:xfrm>
                <a:off x="4809743" y="2346713"/>
                <a:ext cx="3852209" cy="810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</a:t>
                </a:r>
                <a:endParaRPr lang="en-US" sz="2800" dirty="0"/>
              </a:p>
            </p:txBody>
          </p:sp>
        </mc:Choice>
        <mc:Fallback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31C472A-195D-F4A1-947F-AFCEE9B5C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9743" y="2346713"/>
                <a:ext cx="3852209" cy="810799"/>
              </a:xfrm>
              <a:prstGeom prst="rect">
                <a:avLst/>
              </a:prstGeom>
              <a:blipFill>
                <a:blip r:embed="rId3"/>
                <a:stretch>
                  <a:fillRect b="-1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2575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DAB736B-DED2-A7D2-5BAD-D399F740E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380" y="364331"/>
            <a:ext cx="2514600" cy="44148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6DEAAD9-A4D3-A047-DF9E-D1E682DD0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021" y="362591"/>
            <a:ext cx="2521744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123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26577-7840-30B0-B884-7D4B02884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Composition of 2 matrices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34BBBC9-B029-4B1B-BF9D-2752F9A28B1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39700" indent="0" algn="l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marL="139700" indent="0" algn="l">
                  <a:buNone/>
                </a:pPr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 marL="139700" indent="0" algn="l">
                  <a:buNone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=[</m:t>
                    </m:r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eqArr>
                            </m:e>
                          </m:d>
                          <m:r>
                            <m:rPr>
                              <m:nor/>
                            </m:rPr>
                            <a:rPr lang="en-US" sz="2800" dirty="0"/>
                            <m:t> + 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eqArr>
                            </m:e>
                          </m:d>
                          <m:r>
                            <m:rPr>
                              <m:nor/>
                            </m:rPr>
                            <a:rPr lang="en-US" sz="2800" dirty="0"/>
                            <m:t> </m:t>
                          </m:r>
                        </m: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eqArr>
                            </m:e>
                          </m:d>
                          <m:r>
                            <m:rPr>
                              <m:nor/>
                            </m:rPr>
                            <a:rPr lang="en-US" sz="2800" dirty="0"/>
                            <m:t> + 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eqArr>
                            </m:e>
                          </m:d>
                          <m:r>
                            <m:rPr>
                              <m:nor/>
                            </m:rPr>
                            <a:rPr lang="en-US" sz="2800" dirty="0"/>
                            <m:t> </m:t>
                          </m:r>
                        </m:e>
                      </m:mr>
                    </m:m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800" dirty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𝑐𝑛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𝑜𝑎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𝑐𝑝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𝑚𝑏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𝑜𝑏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𝑛𝑑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𝑝𝑑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34BBBC9-B029-4B1B-BF9D-2752F9A28B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1BA87C1-B473-0AF3-02DA-2DE1E7222020}"/>
                  </a:ext>
                </a:extLst>
              </p:cNvPr>
              <p:cNvSpPr txBox="1"/>
              <p:nvPr/>
            </p:nvSpPr>
            <p:spPr>
              <a:xfrm>
                <a:off x="2219325" y="1955773"/>
                <a:ext cx="2667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𝒾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1BA87C1-B473-0AF3-02DA-2DE1E72220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9325" y="1955773"/>
                <a:ext cx="266700" cy="369332"/>
              </a:xfrm>
              <a:prstGeom prst="rect">
                <a:avLst/>
              </a:prstGeom>
              <a:blipFill>
                <a:blip r:embed="rId4"/>
                <a:stretch>
                  <a:fillRect r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CA975D-A30E-F660-B27E-36003E773326}"/>
                  </a:ext>
                </a:extLst>
              </p:cNvPr>
              <p:cNvSpPr txBox="1"/>
              <p:nvPr/>
            </p:nvSpPr>
            <p:spPr>
              <a:xfrm>
                <a:off x="2798323" y="1926589"/>
                <a:ext cx="2667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𝒿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CA975D-A30E-F660-B27E-36003E773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323" y="1926589"/>
                <a:ext cx="266700" cy="369332"/>
              </a:xfrm>
              <a:prstGeom prst="rect">
                <a:avLst/>
              </a:prstGeom>
              <a:blipFill>
                <a:blip r:embed="rId5"/>
                <a:stretch>
                  <a:fillRect l="-4545" r="-13636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6364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7ADA1-DAF6-C54F-02F3-48824B0A6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Dimensional transformations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96C3AA-7B77-70A7-2202-688570160885}"/>
                  </a:ext>
                </a:extLst>
              </p:cNvPr>
              <p:cNvSpPr txBox="1"/>
              <p:nvPr/>
            </p:nvSpPr>
            <p:spPr>
              <a:xfrm>
                <a:off x="4577979" y="2888238"/>
                <a:ext cx="160325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mr>
                      </m:m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96C3AA-7B77-70A7-2202-688570160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7979" y="2888238"/>
                <a:ext cx="1603259" cy="461665"/>
              </a:xfrm>
              <a:prstGeom prst="rect">
                <a:avLst/>
              </a:prstGeom>
              <a:blipFill>
                <a:blip r:embed="rId2"/>
                <a:stretch>
                  <a:fillRect l="-380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754F4A6-CE59-EF2E-7FF6-1F73A7E17C1C}"/>
                  </a:ext>
                </a:extLst>
              </p:cNvPr>
              <p:cNvSpPr txBox="1"/>
              <p:nvPr/>
            </p:nvSpPr>
            <p:spPr>
              <a:xfrm>
                <a:off x="796284" y="2925348"/>
                <a:ext cx="1603259" cy="7115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[</m:t>
                      </m:r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mr>
                        <m:m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mr>
                      </m:m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754F4A6-CE59-EF2E-7FF6-1F73A7E17C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284" y="2925348"/>
                <a:ext cx="1603259" cy="7115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37DC8AB-75AF-F1CA-0F2B-50D1B71DDE9D}"/>
                  </a:ext>
                </a:extLst>
              </p:cNvPr>
              <p:cNvSpPr txBox="1"/>
              <p:nvPr/>
            </p:nvSpPr>
            <p:spPr>
              <a:xfrm>
                <a:off x="5055811" y="1295494"/>
                <a:ext cx="636462" cy="10502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37DC8AB-75AF-F1CA-0F2B-50D1B71DD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5811" y="1295494"/>
                <a:ext cx="636462" cy="105022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F8AC23F-8F43-57C1-19D6-EB6A7C98AA28}"/>
                  </a:ext>
                </a:extLst>
              </p:cNvPr>
              <p:cNvSpPr txBox="1"/>
              <p:nvPr/>
            </p:nvSpPr>
            <p:spPr>
              <a:xfrm>
                <a:off x="982980" y="1196604"/>
                <a:ext cx="1229868" cy="1266180"/>
              </a:xfrm>
              <a:prstGeom prst="rect">
                <a:avLst/>
              </a:prstGeom>
              <a:noFill/>
            </p:spPr>
            <p:txBody>
              <a:bodyPr wrap="square" anchor="b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F8AC23F-8F43-57C1-19D6-EB6A7C98A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980" y="1196604"/>
                <a:ext cx="1229868" cy="12661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68BAC53-B80D-F0A9-A95E-4E4F125F318F}"/>
                  </a:ext>
                </a:extLst>
              </p:cNvPr>
              <p:cNvSpPr txBox="1"/>
              <p:nvPr/>
            </p:nvSpPr>
            <p:spPr>
              <a:xfrm>
                <a:off x="2356572" y="1668481"/>
                <a:ext cx="12679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68BAC53-B80D-F0A9-A95E-4E4F125F3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6572" y="1668481"/>
                <a:ext cx="126791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2A0FEE5-4150-C805-B626-A137E2DBC14D}"/>
                  </a:ext>
                </a:extLst>
              </p:cNvPr>
              <p:cNvSpPr txBox="1"/>
              <p:nvPr/>
            </p:nvSpPr>
            <p:spPr>
              <a:xfrm>
                <a:off x="6064701" y="1621958"/>
                <a:ext cx="12153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2A0FEE5-4150-C805-B626-A137E2DBC1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701" y="1621958"/>
                <a:ext cx="121533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CD744CDD-3884-981D-080F-078B3AD7EB34}"/>
              </a:ext>
            </a:extLst>
          </p:cNvPr>
          <p:cNvSpPr txBox="1"/>
          <p:nvPr/>
        </p:nvSpPr>
        <p:spPr>
          <a:xfrm>
            <a:off x="1992161" y="2191830"/>
            <a:ext cx="5099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3x2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476943-D0C9-F7A6-AB4D-F1BE45211FBC}"/>
              </a:ext>
            </a:extLst>
          </p:cNvPr>
          <p:cNvSpPr txBox="1"/>
          <p:nvPr/>
        </p:nvSpPr>
        <p:spPr>
          <a:xfrm>
            <a:off x="5509443" y="2053394"/>
            <a:ext cx="5099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3x1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DA2551-E562-7B12-790A-530FBECC0282}"/>
              </a:ext>
            </a:extLst>
          </p:cNvPr>
          <p:cNvSpPr txBox="1"/>
          <p:nvPr/>
        </p:nvSpPr>
        <p:spPr>
          <a:xfrm>
            <a:off x="5926261" y="3196014"/>
            <a:ext cx="5099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1x3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4251122-D340-FE14-3381-72A343607722}"/>
                  </a:ext>
                </a:extLst>
              </p:cNvPr>
              <p:cNvSpPr txBox="1"/>
              <p:nvPr/>
            </p:nvSpPr>
            <p:spPr>
              <a:xfrm>
                <a:off x="2600777" y="3079052"/>
                <a:ext cx="12153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4251122-D340-FE14-3381-72A3436077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0777" y="3079052"/>
                <a:ext cx="121533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3332D73-C7FB-4D46-F009-B59188F5D816}"/>
                  </a:ext>
                </a:extLst>
              </p:cNvPr>
              <p:cNvSpPr txBox="1"/>
              <p:nvPr/>
            </p:nvSpPr>
            <p:spPr>
              <a:xfrm>
                <a:off x="6064701" y="2940616"/>
                <a:ext cx="12153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3332D73-C7FB-4D46-F009-B59188F5D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701" y="2940616"/>
                <a:ext cx="121533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460A7FBD-4D3D-97D3-86AE-AF2F779A7AD2}"/>
              </a:ext>
            </a:extLst>
          </p:cNvPr>
          <p:cNvSpPr txBox="1"/>
          <p:nvPr/>
        </p:nvSpPr>
        <p:spPr>
          <a:xfrm>
            <a:off x="2189108" y="3361975"/>
            <a:ext cx="5099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2x3</a:t>
            </a:r>
          </a:p>
        </p:txBody>
      </p:sp>
    </p:spTree>
    <p:extLst>
      <p:ext uri="{BB962C8B-B14F-4D97-AF65-F5344CB8AC3E}">
        <p14:creationId xmlns:p14="http://schemas.microsoft.com/office/powerpoint/2010/main" val="2680761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Subtitle 1">
                <a:extLst>
                  <a:ext uri="{FF2B5EF4-FFF2-40B4-BE49-F238E27FC236}">
                    <a16:creationId xmlns:a16="http://schemas.microsoft.com/office/drawing/2014/main" id="{F0E81244-A30C-0F57-D1D1-300DFD2D086B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/>
            <p:txBody>
              <a:bodyPr/>
              <a:lstStyle/>
              <a:p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Ax = b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800" dirty="0">
                    <a:solidFill>
                      <a:srgbClr val="FF0000">
                        <a:alpha val="43000"/>
                      </a:srgbClr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i="1">
                            <a:solidFill>
                              <a:srgbClr val="FF0000">
                                <a:alpha val="43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800" i="1">
                                <a:solidFill>
                                  <a:srgbClr val="FF0000">
                                    <a:alpha val="43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800" i="1">
                                <a:solidFill>
                                  <a:srgbClr val="FF0000">
                                    <a:alpha val="43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r>
                              <a:rPr lang="en-US" sz="2800" i="1">
                                <a:solidFill>
                                  <a:srgbClr val="FF0000">
                                    <a:alpha val="43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800" dirty="0"/>
                  <a:t> =</a:t>
                </a:r>
                <a:r>
                  <a:rPr lang="en-US" sz="2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eqArr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Subtitle 1">
                <a:extLst>
                  <a:ext uri="{FF2B5EF4-FFF2-40B4-BE49-F238E27FC236}">
                    <a16:creationId xmlns:a16="http://schemas.microsoft.com/office/drawing/2014/main" id="{F0E81244-A30C-0F57-D1D1-300DFD2D08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blipFill>
                <a:blip r:embed="rId2"/>
                <a:stretch>
                  <a:fillRect b="-169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240ADB4B-FC30-9CAD-B344-5B3DEF24B342}"/>
                  </a:ext>
                </a:extLst>
              </p:cNvPr>
              <p:cNvSpPr>
                <a:spLocks noGrp="1"/>
              </p:cNvSpPr>
              <p:nvPr>
                <p:ph type="subTitle" idx="2"/>
              </p:nvPr>
            </p:nvSpPr>
            <p:spPr>
              <a:xfrm>
                <a:off x="4325883" y="2756730"/>
                <a:ext cx="4727518" cy="1265400"/>
              </a:xfrm>
            </p:spPr>
            <p:txBody>
              <a:bodyPr/>
              <a:lstStyle/>
              <a:p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:r>
                  <a:rPr lang="en-US" sz="2800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endParaRPr lang="en-US" sz="2400" dirty="0"/>
              </a:p>
              <a:p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>
                    <a:solidFill>
                      <a:srgbClr val="FF0000">
                        <a:alpha val="43000"/>
                      </a:srgbClr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240ADB4B-FC30-9CAD-B344-5B3DEF24B3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2"/>
              </p:nvPr>
            </p:nvSpPr>
            <p:spPr>
              <a:xfrm>
                <a:off x="4325883" y="2756730"/>
                <a:ext cx="4727518" cy="1265400"/>
              </a:xfrm>
              <a:blipFill>
                <a:blip r:embed="rId3"/>
                <a:stretch>
                  <a:fillRect b="-91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45663D99-AB33-427B-8F52-0E6BE973C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658" y="713618"/>
            <a:ext cx="3039900" cy="1265400"/>
          </a:xfrm>
        </p:spPr>
        <p:txBody>
          <a:bodyPr/>
          <a:lstStyle/>
          <a:p>
            <a:r>
              <a:rPr lang="en-US" sz="2400" dirty="0">
                <a:latin typeface="Montserrat" panose="00000500000000000000" pitchFamily="2" charset="0"/>
              </a:rPr>
              <a:t>Linear equations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0A4F2F0-93DD-E87D-1AB6-A4203D25F4F9}"/>
              </a:ext>
            </a:extLst>
          </p:cNvPr>
          <p:cNvGrpSpPr/>
          <p:nvPr/>
        </p:nvGrpSpPr>
        <p:grpSpPr>
          <a:xfrm>
            <a:off x="1016658" y="1346318"/>
            <a:ext cx="2971800" cy="2971800"/>
            <a:chOff x="4980562" y="1057275"/>
            <a:chExt cx="2971800" cy="2971800"/>
          </a:xfrm>
          <a:solidFill>
            <a:schemeClr val="bg2">
              <a:lumMod val="60000"/>
              <a:lumOff val="4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2635F0E-999F-CBD2-F48C-BDC6C7900007}"/>
                </a:ext>
              </a:extLst>
            </p:cNvPr>
            <p:cNvSpPr/>
            <p:nvPr/>
          </p:nvSpPr>
          <p:spPr>
            <a:xfrm>
              <a:off x="4980562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DB1796B-794F-E221-D946-3E71A28192C2}"/>
                </a:ext>
              </a:extLst>
            </p:cNvPr>
            <p:cNvSpPr/>
            <p:nvPr/>
          </p:nvSpPr>
          <p:spPr>
            <a:xfrm>
              <a:off x="5352037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0BC0F0-A040-1C3A-B774-CB05FF94D034}"/>
                </a:ext>
              </a:extLst>
            </p:cNvPr>
            <p:cNvSpPr/>
            <p:nvPr/>
          </p:nvSpPr>
          <p:spPr>
            <a:xfrm>
              <a:off x="6094987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511E803-1434-B9B1-8369-D81672F88CDA}"/>
                </a:ext>
              </a:extLst>
            </p:cNvPr>
            <p:cNvSpPr/>
            <p:nvPr/>
          </p:nvSpPr>
          <p:spPr>
            <a:xfrm>
              <a:off x="5723512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EC3F7D0-72DF-A464-5688-D453AD5AB235}"/>
                </a:ext>
              </a:extLst>
            </p:cNvPr>
            <p:cNvSpPr/>
            <p:nvPr/>
          </p:nvSpPr>
          <p:spPr>
            <a:xfrm>
              <a:off x="6466462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1DB1E67-ACAD-E47D-DD8B-FA852E69DF70}"/>
                </a:ext>
              </a:extLst>
            </p:cNvPr>
            <p:cNvSpPr/>
            <p:nvPr/>
          </p:nvSpPr>
          <p:spPr>
            <a:xfrm>
              <a:off x="6837937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7619764-09CA-0E8D-F4FB-9EF1931DDDD7}"/>
                </a:ext>
              </a:extLst>
            </p:cNvPr>
            <p:cNvSpPr/>
            <p:nvPr/>
          </p:nvSpPr>
          <p:spPr>
            <a:xfrm>
              <a:off x="7580887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2DECB97-CE79-78C4-68D2-AA08B988CBDE}"/>
                </a:ext>
              </a:extLst>
            </p:cNvPr>
            <p:cNvSpPr/>
            <p:nvPr/>
          </p:nvSpPr>
          <p:spPr>
            <a:xfrm>
              <a:off x="7209412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A7C2200-4D8E-9934-BF90-A79145364BBC}"/>
                </a:ext>
              </a:extLst>
            </p:cNvPr>
            <p:cNvSpPr/>
            <p:nvPr/>
          </p:nvSpPr>
          <p:spPr>
            <a:xfrm>
              <a:off x="4980562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C7BE95B-7578-BA43-98E2-BDBEA6578CE3}"/>
                </a:ext>
              </a:extLst>
            </p:cNvPr>
            <p:cNvSpPr/>
            <p:nvPr/>
          </p:nvSpPr>
          <p:spPr>
            <a:xfrm>
              <a:off x="5352037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2A02071-35AB-AC1B-CFE0-3CB07B434A11}"/>
                </a:ext>
              </a:extLst>
            </p:cNvPr>
            <p:cNvSpPr/>
            <p:nvPr/>
          </p:nvSpPr>
          <p:spPr>
            <a:xfrm>
              <a:off x="6094987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D3FD9A5-1E4F-A254-11A0-3A6E87A42875}"/>
                </a:ext>
              </a:extLst>
            </p:cNvPr>
            <p:cNvSpPr/>
            <p:nvPr/>
          </p:nvSpPr>
          <p:spPr>
            <a:xfrm>
              <a:off x="5723512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21A2D83-6843-C6B7-3C06-64B3645D1E4D}"/>
                </a:ext>
              </a:extLst>
            </p:cNvPr>
            <p:cNvSpPr/>
            <p:nvPr/>
          </p:nvSpPr>
          <p:spPr>
            <a:xfrm>
              <a:off x="6466462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E998F15-F8CB-DB0F-0A3E-6BB07B9EA668}"/>
                </a:ext>
              </a:extLst>
            </p:cNvPr>
            <p:cNvSpPr/>
            <p:nvPr/>
          </p:nvSpPr>
          <p:spPr>
            <a:xfrm>
              <a:off x="6837937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A3D0ED6-1E84-55D5-C8A3-E8D9401E2C13}"/>
                </a:ext>
              </a:extLst>
            </p:cNvPr>
            <p:cNvSpPr/>
            <p:nvPr/>
          </p:nvSpPr>
          <p:spPr>
            <a:xfrm>
              <a:off x="7580887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4189564-5E47-0276-186E-4F6869C5F9BD}"/>
                </a:ext>
              </a:extLst>
            </p:cNvPr>
            <p:cNvSpPr/>
            <p:nvPr/>
          </p:nvSpPr>
          <p:spPr>
            <a:xfrm>
              <a:off x="7209412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A0CCBD3-B29F-32F5-4929-001FACE38189}"/>
                </a:ext>
              </a:extLst>
            </p:cNvPr>
            <p:cNvSpPr/>
            <p:nvPr/>
          </p:nvSpPr>
          <p:spPr>
            <a:xfrm>
              <a:off x="4980562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DB56D98-03E1-30D0-2F7D-ED4961D282DB}"/>
                </a:ext>
              </a:extLst>
            </p:cNvPr>
            <p:cNvSpPr/>
            <p:nvPr/>
          </p:nvSpPr>
          <p:spPr>
            <a:xfrm>
              <a:off x="5352037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BC8A686-29ED-0B86-D3DF-FD2DBB92F1F0}"/>
                </a:ext>
              </a:extLst>
            </p:cNvPr>
            <p:cNvSpPr/>
            <p:nvPr/>
          </p:nvSpPr>
          <p:spPr>
            <a:xfrm>
              <a:off x="6094987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B8A756D-6003-6FA1-1403-3A38151454D5}"/>
                </a:ext>
              </a:extLst>
            </p:cNvPr>
            <p:cNvSpPr/>
            <p:nvPr/>
          </p:nvSpPr>
          <p:spPr>
            <a:xfrm>
              <a:off x="5723512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90EA5A3-5B89-1CD9-826B-60C4EF6B77D4}"/>
                </a:ext>
              </a:extLst>
            </p:cNvPr>
            <p:cNvSpPr/>
            <p:nvPr/>
          </p:nvSpPr>
          <p:spPr>
            <a:xfrm>
              <a:off x="6466462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BFA8AE7-4FB6-2ADF-93A2-99272D89FD15}"/>
                </a:ext>
              </a:extLst>
            </p:cNvPr>
            <p:cNvSpPr/>
            <p:nvPr/>
          </p:nvSpPr>
          <p:spPr>
            <a:xfrm>
              <a:off x="6837937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E804517-AA8E-6392-49C4-03ED2FA9A386}"/>
                </a:ext>
              </a:extLst>
            </p:cNvPr>
            <p:cNvSpPr/>
            <p:nvPr/>
          </p:nvSpPr>
          <p:spPr>
            <a:xfrm>
              <a:off x="7580887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661A4B9-5ABA-1A1F-3A1F-F8BDBD1ECA5C}"/>
                </a:ext>
              </a:extLst>
            </p:cNvPr>
            <p:cNvSpPr/>
            <p:nvPr/>
          </p:nvSpPr>
          <p:spPr>
            <a:xfrm>
              <a:off x="7209412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B2D211C-64A0-D85C-ADB3-55FE0864BA30}"/>
                </a:ext>
              </a:extLst>
            </p:cNvPr>
            <p:cNvSpPr/>
            <p:nvPr/>
          </p:nvSpPr>
          <p:spPr>
            <a:xfrm>
              <a:off x="4980562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BF53071-D91E-56B4-A1DD-1FAA97631A61}"/>
                </a:ext>
              </a:extLst>
            </p:cNvPr>
            <p:cNvSpPr/>
            <p:nvPr/>
          </p:nvSpPr>
          <p:spPr>
            <a:xfrm>
              <a:off x="5352037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DDC9601-1BA3-D84F-D35F-DFA2110624C6}"/>
                </a:ext>
              </a:extLst>
            </p:cNvPr>
            <p:cNvSpPr/>
            <p:nvPr/>
          </p:nvSpPr>
          <p:spPr>
            <a:xfrm>
              <a:off x="6094987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275A7B7-5770-EB87-701E-8754B0F7F752}"/>
                </a:ext>
              </a:extLst>
            </p:cNvPr>
            <p:cNvSpPr/>
            <p:nvPr/>
          </p:nvSpPr>
          <p:spPr>
            <a:xfrm>
              <a:off x="5723512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B61D2BD-33C5-107F-D86F-29EA5A327222}"/>
                </a:ext>
              </a:extLst>
            </p:cNvPr>
            <p:cNvSpPr/>
            <p:nvPr/>
          </p:nvSpPr>
          <p:spPr>
            <a:xfrm>
              <a:off x="6466462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308FA01-96CE-AA16-7E79-0498685A6520}"/>
                </a:ext>
              </a:extLst>
            </p:cNvPr>
            <p:cNvSpPr/>
            <p:nvPr/>
          </p:nvSpPr>
          <p:spPr>
            <a:xfrm>
              <a:off x="6837937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6764E7E-46A7-D689-E737-BABC86C8B9DD}"/>
                </a:ext>
              </a:extLst>
            </p:cNvPr>
            <p:cNvSpPr/>
            <p:nvPr/>
          </p:nvSpPr>
          <p:spPr>
            <a:xfrm>
              <a:off x="7580887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C0D24BC-E718-1ED7-DD37-D00EDF55BD3E}"/>
                </a:ext>
              </a:extLst>
            </p:cNvPr>
            <p:cNvSpPr/>
            <p:nvPr/>
          </p:nvSpPr>
          <p:spPr>
            <a:xfrm>
              <a:off x="7209412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71701F6-B3B8-BB3A-7769-E6EBDA0AD7C0}"/>
                </a:ext>
              </a:extLst>
            </p:cNvPr>
            <p:cNvSpPr/>
            <p:nvPr/>
          </p:nvSpPr>
          <p:spPr>
            <a:xfrm>
              <a:off x="4980562" y="18002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E5F2D78-8132-0E0B-255C-089A1E137160}"/>
                </a:ext>
              </a:extLst>
            </p:cNvPr>
            <p:cNvSpPr/>
            <p:nvPr/>
          </p:nvSpPr>
          <p:spPr>
            <a:xfrm>
              <a:off x="5352037" y="18002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28E5C61-DF4A-5313-4CBD-63E193537A84}"/>
                </a:ext>
              </a:extLst>
            </p:cNvPr>
            <p:cNvSpPr/>
            <p:nvPr/>
          </p:nvSpPr>
          <p:spPr>
            <a:xfrm>
              <a:off x="6094987" y="18002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E50C9E9-4F4E-7906-4763-30D0487F1EFA}"/>
                </a:ext>
              </a:extLst>
            </p:cNvPr>
            <p:cNvSpPr/>
            <p:nvPr/>
          </p:nvSpPr>
          <p:spPr>
            <a:xfrm>
              <a:off x="5723512" y="18002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0A51D56-0A3E-A6F9-3283-1CB48A1A5D36}"/>
                </a:ext>
              </a:extLst>
            </p:cNvPr>
            <p:cNvSpPr/>
            <p:nvPr/>
          </p:nvSpPr>
          <p:spPr>
            <a:xfrm>
              <a:off x="6466462" y="18002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4FB7268-BD11-08B9-89AF-08201C2618FB}"/>
                </a:ext>
              </a:extLst>
            </p:cNvPr>
            <p:cNvSpPr/>
            <p:nvPr/>
          </p:nvSpPr>
          <p:spPr>
            <a:xfrm>
              <a:off x="6837937" y="18002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DA48274-066D-D254-B9CA-19A9D9722E37}"/>
                </a:ext>
              </a:extLst>
            </p:cNvPr>
            <p:cNvSpPr/>
            <p:nvPr/>
          </p:nvSpPr>
          <p:spPr>
            <a:xfrm>
              <a:off x="7580887" y="18002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40F4BA4-310E-D25E-7B28-566690CDE55C}"/>
                </a:ext>
              </a:extLst>
            </p:cNvPr>
            <p:cNvSpPr/>
            <p:nvPr/>
          </p:nvSpPr>
          <p:spPr>
            <a:xfrm>
              <a:off x="7209412" y="18002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D160F9C-3B02-2238-BD86-4158E9BD65DC}"/>
                </a:ext>
              </a:extLst>
            </p:cNvPr>
            <p:cNvSpPr/>
            <p:nvPr/>
          </p:nvSpPr>
          <p:spPr>
            <a:xfrm>
              <a:off x="4980562" y="21717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640355D-1898-77BC-8FB2-F57A1EDF7827}"/>
                </a:ext>
              </a:extLst>
            </p:cNvPr>
            <p:cNvSpPr/>
            <p:nvPr/>
          </p:nvSpPr>
          <p:spPr>
            <a:xfrm>
              <a:off x="5352037" y="21717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0CE10CC-22D0-6804-8594-577BE631EF50}"/>
                </a:ext>
              </a:extLst>
            </p:cNvPr>
            <p:cNvSpPr/>
            <p:nvPr/>
          </p:nvSpPr>
          <p:spPr>
            <a:xfrm>
              <a:off x="6094987" y="21717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92778AEC-2A65-8422-3DC1-0D88F0267D87}"/>
                </a:ext>
              </a:extLst>
            </p:cNvPr>
            <p:cNvSpPr/>
            <p:nvPr/>
          </p:nvSpPr>
          <p:spPr>
            <a:xfrm>
              <a:off x="5723512" y="21717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998827E-50F5-E757-5453-3AB7D5866D1D}"/>
                </a:ext>
              </a:extLst>
            </p:cNvPr>
            <p:cNvSpPr/>
            <p:nvPr/>
          </p:nvSpPr>
          <p:spPr>
            <a:xfrm>
              <a:off x="6466462" y="21717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E7AB721-3989-967B-5309-36C6692AB179}"/>
                </a:ext>
              </a:extLst>
            </p:cNvPr>
            <p:cNvSpPr/>
            <p:nvPr/>
          </p:nvSpPr>
          <p:spPr>
            <a:xfrm>
              <a:off x="6837937" y="21717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5B346D0-3046-F825-F9AF-46D7DEEE931F}"/>
                </a:ext>
              </a:extLst>
            </p:cNvPr>
            <p:cNvSpPr/>
            <p:nvPr/>
          </p:nvSpPr>
          <p:spPr>
            <a:xfrm>
              <a:off x="7580887" y="21717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5310D5E-6E38-3CDE-4A16-4D7453337B64}"/>
                </a:ext>
              </a:extLst>
            </p:cNvPr>
            <p:cNvSpPr/>
            <p:nvPr/>
          </p:nvSpPr>
          <p:spPr>
            <a:xfrm>
              <a:off x="7209412" y="21717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C2EE281-F662-290F-9E10-CC4FDB74AE0B}"/>
                </a:ext>
              </a:extLst>
            </p:cNvPr>
            <p:cNvSpPr/>
            <p:nvPr/>
          </p:nvSpPr>
          <p:spPr>
            <a:xfrm>
              <a:off x="4980562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31D7A96-9A8C-69F7-0A6C-0E0CBF8799A9}"/>
                </a:ext>
              </a:extLst>
            </p:cNvPr>
            <p:cNvSpPr/>
            <p:nvPr/>
          </p:nvSpPr>
          <p:spPr>
            <a:xfrm>
              <a:off x="5352037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593D3E2-ED57-1123-1286-C552B1574E1E}"/>
                </a:ext>
              </a:extLst>
            </p:cNvPr>
            <p:cNvSpPr/>
            <p:nvPr/>
          </p:nvSpPr>
          <p:spPr>
            <a:xfrm>
              <a:off x="6094987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FE6EEB1C-899E-635C-EF1D-35C338F6A2C9}"/>
                </a:ext>
              </a:extLst>
            </p:cNvPr>
            <p:cNvSpPr/>
            <p:nvPr/>
          </p:nvSpPr>
          <p:spPr>
            <a:xfrm>
              <a:off x="5723512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74050623-2ED7-8DF6-09D8-9D749A458BAE}"/>
                </a:ext>
              </a:extLst>
            </p:cNvPr>
            <p:cNvSpPr/>
            <p:nvPr/>
          </p:nvSpPr>
          <p:spPr>
            <a:xfrm>
              <a:off x="6466462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F359F67A-9B40-355A-FDD3-736C1275134F}"/>
                </a:ext>
              </a:extLst>
            </p:cNvPr>
            <p:cNvSpPr/>
            <p:nvPr/>
          </p:nvSpPr>
          <p:spPr>
            <a:xfrm>
              <a:off x="6837937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9425BAA-A3B8-647F-7FBA-956B7805E3FB}"/>
                </a:ext>
              </a:extLst>
            </p:cNvPr>
            <p:cNvSpPr/>
            <p:nvPr/>
          </p:nvSpPr>
          <p:spPr>
            <a:xfrm>
              <a:off x="7580887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C2AA0596-E3A1-CAC9-7A57-DB8AF980CC00}"/>
                </a:ext>
              </a:extLst>
            </p:cNvPr>
            <p:cNvSpPr/>
            <p:nvPr/>
          </p:nvSpPr>
          <p:spPr>
            <a:xfrm>
              <a:off x="7209412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AE20DA2-FC85-4451-656D-22F52DE9731B}"/>
                </a:ext>
              </a:extLst>
            </p:cNvPr>
            <p:cNvSpPr/>
            <p:nvPr/>
          </p:nvSpPr>
          <p:spPr>
            <a:xfrm>
              <a:off x="4980562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DC4856FE-8E3B-08FC-8B8D-CE9391D58FB0}"/>
                </a:ext>
              </a:extLst>
            </p:cNvPr>
            <p:cNvSpPr/>
            <p:nvPr/>
          </p:nvSpPr>
          <p:spPr>
            <a:xfrm>
              <a:off x="5352037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86F4F99-6FB6-8E21-0377-964C348BAB55}"/>
                </a:ext>
              </a:extLst>
            </p:cNvPr>
            <p:cNvSpPr/>
            <p:nvPr/>
          </p:nvSpPr>
          <p:spPr>
            <a:xfrm>
              <a:off x="6094987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DCA7F71F-DE30-C278-6733-09037649E10B}"/>
                </a:ext>
              </a:extLst>
            </p:cNvPr>
            <p:cNvSpPr/>
            <p:nvPr/>
          </p:nvSpPr>
          <p:spPr>
            <a:xfrm>
              <a:off x="5723512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7B6ED9C6-9CBA-EF99-78F3-D42D08F35475}"/>
                </a:ext>
              </a:extLst>
            </p:cNvPr>
            <p:cNvSpPr/>
            <p:nvPr/>
          </p:nvSpPr>
          <p:spPr>
            <a:xfrm>
              <a:off x="6466462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1B4AD7E-C4A0-ECFE-1558-17D04F1E0955}"/>
                </a:ext>
              </a:extLst>
            </p:cNvPr>
            <p:cNvSpPr/>
            <p:nvPr/>
          </p:nvSpPr>
          <p:spPr>
            <a:xfrm>
              <a:off x="6837937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7B40B90-8A4B-EC41-4002-8BE46F9F844C}"/>
                </a:ext>
              </a:extLst>
            </p:cNvPr>
            <p:cNvSpPr/>
            <p:nvPr/>
          </p:nvSpPr>
          <p:spPr>
            <a:xfrm>
              <a:off x="7580887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D0B60AB7-0F33-4D3D-BBC9-ECD6C6DB3124}"/>
                </a:ext>
              </a:extLst>
            </p:cNvPr>
            <p:cNvSpPr/>
            <p:nvPr/>
          </p:nvSpPr>
          <p:spPr>
            <a:xfrm>
              <a:off x="7209412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FCF5CA8-0507-27EB-5E70-F73B2BA70A25}"/>
                </a:ext>
              </a:extLst>
            </p:cNvPr>
            <p:cNvSpPr/>
            <p:nvPr/>
          </p:nvSpPr>
          <p:spPr>
            <a:xfrm>
              <a:off x="4980562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844FFD21-10A6-7357-19F2-A231BD27C8D2}"/>
                </a:ext>
              </a:extLst>
            </p:cNvPr>
            <p:cNvSpPr/>
            <p:nvPr/>
          </p:nvSpPr>
          <p:spPr>
            <a:xfrm>
              <a:off x="5352037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A09F1BD7-F508-E064-57F0-374CEAA68089}"/>
                </a:ext>
              </a:extLst>
            </p:cNvPr>
            <p:cNvSpPr/>
            <p:nvPr/>
          </p:nvSpPr>
          <p:spPr>
            <a:xfrm>
              <a:off x="6094987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9C84A233-5696-6334-51B2-CEAD0E60E419}"/>
                </a:ext>
              </a:extLst>
            </p:cNvPr>
            <p:cNvSpPr/>
            <p:nvPr/>
          </p:nvSpPr>
          <p:spPr>
            <a:xfrm>
              <a:off x="5723512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8AADF055-715C-B2DE-9B1C-6F8E024B9D69}"/>
                </a:ext>
              </a:extLst>
            </p:cNvPr>
            <p:cNvSpPr/>
            <p:nvPr/>
          </p:nvSpPr>
          <p:spPr>
            <a:xfrm>
              <a:off x="6466462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4A902072-4D43-C21A-E037-3C72FB75688C}"/>
                </a:ext>
              </a:extLst>
            </p:cNvPr>
            <p:cNvSpPr/>
            <p:nvPr/>
          </p:nvSpPr>
          <p:spPr>
            <a:xfrm>
              <a:off x="6837937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F988C1FF-27E8-6CE2-E269-BED47638F74B}"/>
                </a:ext>
              </a:extLst>
            </p:cNvPr>
            <p:cNvSpPr/>
            <p:nvPr/>
          </p:nvSpPr>
          <p:spPr>
            <a:xfrm>
              <a:off x="7580887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238A037-B40C-3F29-888B-86FB066A1EC7}"/>
                </a:ext>
              </a:extLst>
            </p:cNvPr>
            <p:cNvSpPr/>
            <p:nvPr/>
          </p:nvSpPr>
          <p:spPr>
            <a:xfrm>
              <a:off x="7209412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9BEB039D-764B-14C6-987C-CF996918CD58}"/>
                </a:ext>
              </a:extLst>
            </p:cNvPr>
            <p:cNvSpPr/>
            <p:nvPr/>
          </p:nvSpPr>
          <p:spPr>
            <a:xfrm>
              <a:off x="4980562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32585E1-AEB2-1455-450F-2B0AC29BE727}"/>
                </a:ext>
              </a:extLst>
            </p:cNvPr>
            <p:cNvSpPr/>
            <p:nvPr/>
          </p:nvSpPr>
          <p:spPr>
            <a:xfrm>
              <a:off x="5352037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AA0661B6-F61F-75D0-1DA0-AB28E7B74D32}"/>
                </a:ext>
              </a:extLst>
            </p:cNvPr>
            <p:cNvSpPr/>
            <p:nvPr/>
          </p:nvSpPr>
          <p:spPr>
            <a:xfrm>
              <a:off x="6094987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73B636E6-C7A1-2BD6-3511-14D96B76ED26}"/>
                </a:ext>
              </a:extLst>
            </p:cNvPr>
            <p:cNvSpPr/>
            <p:nvPr/>
          </p:nvSpPr>
          <p:spPr>
            <a:xfrm>
              <a:off x="5723512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51B6BEE9-9E9C-3965-39F1-EB28F33D2EB4}"/>
                </a:ext>
              </a:extLst>
            </p:cNvPr>
            <p:cNvSpPr/>
            <p:nvPr/>
          </p:nvSpPr>
          <p:spPr>
            <a:xfrm>
              <a:off x="6466462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DF952BD3-86CB-457B-118E-1944EF5C1DA4}"/>
                </a:ext>
              </a:extLst>
            </p:cNvPr>
            <p:cNvSpPr/>
            <p:nvPr/>
          </p:nvSpPr>
          <p:spPr>
            <a:xfrm>
              <a:off x="6837937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83FE84B7-1A49-95BB-C99A-5ECD62CCE4AA}"/>
                </a:ext>
              </a:extLst>
            </p:cNvPr>
            <p:cNvSpPr/>
            <p:nvPr/>
          </p:nvSpPr>
          <p:spPr>
            <a:xfrm>
              <a:off x="7580887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E26BE8F9-A28C-8576-D10E-E030D2BA445E}"/>
                </a:ext>
              </a:extLst>
            </p:cNvPr>
            <p:cNvSpPr/>
            <p:nvPr/>
          </p:nvSpPr>
          <p:spPr>
            <a:xfrm>
              <a:off x="7209412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40C54DB8-F431-A66B-F931-5552BC3D5C6D}"/>
                </a:ext>
              </a:extLst>
            </p:cNvPr>
            <p:cNvSpPr/>
            <p:nvPr/>
          </p:nvSpPr>
          <p:spPr>
            <a:xfrm>
              <a:off x="4980562" y="32861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4DF6C6B9-8289-8C5C-641D-5941C8B82D60}"/>
                </a:ext>
              </a:extLst>
            </p:cNvPr>
            <p:cNvSpPr/>
            <p:nvPr/>
          </p:nvSpPr>
          <p:spPr>
            <a:xfrm>
              <a:off x="5352037" y="32861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04FE7E57-48F1-0AAA-B8CC-2E2E8B0D1B99}"/>
                </a:ext>
              </a:extLst>
            </p:cNvPr>
            <p:cNvSpPr/>
            <p:nvPr/>
          </p:nvSpPr>
          <p:spPr>
            <a:xfrm>
              <a:off x="6094987" y="32861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C6FF2BE6-7F67-983E-8256-B252B1B64E84}"/>
                </a:ext>
              </a:extLst>
            </p:cNvPr>
            <p:cNvSpPr/>
            <p:nvPr/>
          </p:nvSpPr>
          <p:spPr>
            <a:xfrm>
              <a:off x="5723512" y="32861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4E5CB2E6-2C77-5300-EF9A-52339179BDB2}"/>
                </a:ext>
              </a:extLst>
            </p:cNvPr>
            <p:cNvSpPr/>
            <p:nvPr/>
          </p:nvSpPr>
          <p:spPr>
            <a:xfrm>
              <a:off x="6466462" y="32861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19B986B6-BA3E-E8F5-DEB6-D3F357A90470}"/>
                </a:ext>
              </a:extLst>
            </p:cNvPr>
            <p:cNvSpPr/>
            <p:nvPr/>
          </p:nvSpPr>
          <p:spPr>
            <a:xfrm>
              <a:off x="6837937" y="32861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B9E746B9-1D94-9070-66C5-63863AE31698}"/>
                </a:ext>
              </a:extLst>
            </p:cNvPr>
            <p:cNvSpPr/>
            <p:nvPr/>
          </p:nvSpPr>
          <p:spPr>
            <a:xfrm>
              <a:off x="7580887" y="32861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B0125BA6-24E7-260B-0B26-3796D37FEE25}"/>
                </a:ext>
              </a:extLst>
            </p:cNvPr>
            <p:cNvSpPr/>
            <p:nvPr/>
          </p:nvSpPr>
          <p:spPr>
            <a:xfrm>
              <a:off x="7209412" y="32861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CB2C7A29-1E7C-DFD9-D93A-B1205245AE38}"/>
                </a:ext>
              </a:extLst>
            </p:cNvPr>
            <p:cNvSpPr/>
            <p:nvPr/>
          </p:nvSpPr>
          <p:spPr>
            <a:xfrm>
              <a:off x="4980562" y="36576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A9B69CA0-951B-3036-1E96-E1A0A4904140}"/>
                </a:ext>
              </a:extLst>
            </p:cNvPr>
            <p:cNvSpPr/>
            <p:nvPr/>
          </p:nvSpPr>
          <p:spPr>
            <a:xfrm>
              <a:off x="5352037" y="36576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F69A1A9F-E94F-2DAC-74B2-C49E4691CE0A}"/>
                </a:ext>
              </a:extLst>
            </p:cNvPr>
            <p:cNvSpPr/>
            <p:nvPr/>
          </p:nvSpPr>
          <p:spPr>
            <a:xfrm>
              <a:off x="6094987" y="36576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E19779E2-EE95-EC2B-14C9-00863AF26BF0}"/>
                </a:ext>
              </a:extLst>
            </p:cNvPr>
            <p:cNvSpPr/>
            <p:nvPr/>
          </p:nvSpPr>
          <p:spPr>
            <a:xfrm>
              <a:off x="5723512" y="36576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CA07454E-8FBD-0C61-50F0-F777D306F882}"/>
                </a:ext>
              </a:extLst>
            </p:cNvPr>
            <p:cNvSpPr/>
            <p:nvPr/>
          </p:nvSpPr>
          <p:spPr>
            <a:xfrm>
              <a:off x="6466462" y="36576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1946D55D-DED3-2AA8-21B0-5BE80C83E0AA}"/>
                </a:ext>
              </a:extLst>
            </p:cNvPr>
            <p:cNvSpPr/>
            <p:nvPr/>
          </p:nvSpPr>
          <p:spPr>
            <a:xfrm>
              <a:off x="6837937" y="36576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7E15F64F-9C83-F730-B516-94B19FB9F6BC}"/>
                </a:ext>
              </a:extLst>
            </p:cNvPr>
            <p:cNvSpPr/>
            <p:nvPr/>
          </p:nvSpPr>
          <p:spPr>
            <a:xfrm>
              <a:off x="7580887" y="36576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765D5671-ECB5-42E5-DE5E-BB62D4F0F48C}"/>
                </a:ext>
              </a:extLst>
            </p:cNvPr>
            <p:cNvSpPr/>
            <p:nvPr/>
          </p:nvSpPr>
          <p:spPr>
            <a:xfrm>
              <a:off x="7209412" y="36576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E048BF4E-2BCD-C61D-97A3-EA8998DC9D94}"/>
              </a:ext>
            </a:extLst>
          </p:cNvPr>
          <p:cNvCxnSpPr>
            <a:cxnSpLocks/>
          </p:cNvCxnSpPr>
          <p:nvPr/>
        </p:nvCxnSpPr>
        <p:spPr>
          <a:xfrm flipV="1">
            <a:off x="2536608" y="2128178"/>
            <a:ext cx="1451850" cy="700747"/>
          </a:xfrm>
          <a:prstGeom prst="straightConnector1">
            <a:avLst/>
          </a:prstGeom>
          <a:ln w="41275">
            <a:solidFill>
              <a:schemeClr val="accent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56DDD965-D8AE-32AE-436D-565F57D04FE1}"/>
              </a:ext>
            </a:extLst>
          </p:cNvPr>
          <p:cNvCxnSpPr/>
          <p:nvPr/>
        </p:nvCxnSpPr>
        <p:spPr>
          <a:xfrm flipH="1" flipV="1">
            <a:off x="2131083" y="2459096"/>
            <a:ext cx="371475" cy="369829"/>
          </a:xfrm>
          <a:prstGeom prst="straightConnector1">
            <a:avLst/>
          </a:prstGeom>
          <a:ln w="4127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5BA59999-53C1-FC81-7FF7-B970E261D069}"/>
                  </a:ext>
                </a:extLst>
              </p:cNvPr>
              <p:cNvSpPr txBox="1"/>
              <p:nvPr/>
            </p:nvSpPr>
            <p:spPr>
              <a:xfrm>
                <a:off x="-219377" y="2128178"/>
                <a:ext cx="1468756" cy="9423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600" i="1" smtClean="0">
                              <a:solidFill>
                                <a:srgbClr val="FF0000">
                                  <a:alpha val="43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600" i="1" smtClean="0">
                                  <a:solidFill>
                                    <a:srgbClr val="FF0000">
                                      <a:alpha val="4300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600" b="0" i="1" smtClean="0">
                                  <a:solidFill>
                                    <a:srgbClr val="FF0000">
                                      <a:alpha val="4300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sz="1600" b="0" i="1" smtClean="0">
                                  <a:solidFill>
                                    <a:srgbClr val="FF0000">
                                      <a:alpha val="4300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eqArr>
                        </m:e>
                      </m:d>
                      <m:r>
                        <a:rPr lang="en-US" sz="1600" b="0" i="1" smtClean="0">
                          <a:solidFill>
                            <a:srgbClr val="FF0000">
                              <a:alpha val="43000"/>
                            </a:srgb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rgbClr val="FF0000">
                                  <a:alpha val="43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600" i="1">
                                  <a:solidFill>
                                    <a:srgbClr val="FF0000">
                                      <a:alpha val="4300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600" b="0" i="1" smtClean="0">
                                  <a:solidFill>
                                    <a:srgbClr val="FF0000">
                                      <a:alpha val="4300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b="0" i="1" smtClean="0">
                                  <a:solidFill>
                                    <a:srgbClr val="FF0000">
                                      <a:alpha val="4300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600" b="0" i="1" smtClean="0">
                                  <a:solidFill>
                                    <a:srgbClr val="FF0000">
                                      <a:alpha val="4300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1600" dirty="0">
                  <a:solidFill>
                    <a:srgbClr val="FF0000">
                      <a:alpha val="43000"/>
                    </a:srgb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1600" dirty="0">
                  <a:solidFill>
                    <a:srgbClr val="FF0000">
                      <a:alpha val="43000"/>
                    </a:srgbClr>
                  </a:solidFill>
                </a:endParaRPr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5BA59999-53C1-FC81-7FF7-B970E261D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19377" y="2128178"/>
                <a:ext cx="1468756" cy="9423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F87AAA77-BB9C-2F92-F308-C56C84AF603A}"/>
              </a:ext>
            </a:extLst>
          </p:cNvPr>
          <p:cNvCxnSpPr/>
          <p:nvPr/>
        </p:nvCxnSpPr>
        <p:spPr>
          <a:xfrm>
            <a:off x="6134100" y="2478551"/>
            <a:ext cx="0" cy="426574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391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Eigenvalues/Eigenvectors</a:t>
            </a:r>
          </a:p>
        </p:txBody>
      </p:sp>
      <p:sp>
        <p:nvSpPr>
          <p:cNvPr id="2" name="Subtitle 1"/>
          <p:cNvSpPr>
            <a:spLocks noGrp="1"/>
          </p:cNvSpPr>
          <p:nvPr>
            <p:ph type="body" idx="1"/>
          </p:nvPr>
        </p:nvSpPr>
        <p:spPr>
          <a:xfrm>
            <a:off x="720000" y="1051100"/>
            <a:ext cx="7704000" cy="3012900"/>
          </a:xfrm>
        </p:spPr>
        <p:txBody>
          <a:bodyPr/>
          <a:lstStyle/>
          <a:p>
            <a:pPr marL="139700" indent="0">
              <a:buNone/>
            </a:pPr>
            <a:r>
              <a:rPr lang="en-US" sz="2000" dirty="0"/>
              <a:t>AX = ∆X</a:t>
            </a:r>
          </a:p>
          <a:p>
            <a:pPr marL="139700" indent="0">
              <a:buNone/>
            </a:pPr>
            <a:r>
              <a:rPr lang="en-US" sz="2000" dirty="0"/>
              <a:t>(A-∆)X=0</a:t>
            </a:r>
          </a:p>
          <a:p>
            <a:pPr marL="139700" indent="0">
              <a:buNone/>
            </a:pPr>
            <a:r>
              <a:rPr lang="en-US" sz="2000" dirty="0"/>
              <a:t>X != 0</a:t>
            </a:r>
          </a:p>
          <a:p>
            <a:pPr marL="139700" indent="0">
              <a:buNone/>
            </a:pPr>
            <a:r>
              <a:rPr lang="en-US" sz="2000" dirty="0"/>
              <a:t>det(A-∆I)=0</a:t>
            </a:r>
          </a:p>
          <a:p>
            <a:pPr marL="139700" indent="0">
              <a:buNone/>
            </a:pPr>
            <a:endParaRPr lang="en-US" sz="2000" dirty="0"/>
          </a:p>
          <a:p>
            <a:pPr marL="139700" indent="0">
              <a:buNone/>
            </a:pPr>
            <a:r>
              <a:rPr lang="en-US" sz="2000" dirty="0" err="1"/>
              <a:t>Mathmatical</a:t>
            </a:r>
            <a:r>
              <a:rPr lang="en-US" sz="2000" dirty="0"/>
              <a:t> statements above indicate that there is a vector X that is immune to matrix transformation A. Only one attribute of X is affected by A transformation and that is it’s length, ∆.</a:t>
            </a:r>
          </a:p>
          <a:p>
            <a:pPr marL="13970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56710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051100"/>
            <a:ext cx="7704000" cy="799471"/>
          </a:xfrm>
        </p:spPr>
        <p:txBody>
          <a:bodyPr/>
          <a:lstStyle/>
          <a:p>
            <a:pPr marL="139700" indent="0">
              <a:buNone/>
            </a:pPr>
            <a:r>
              <a:rPr lang="en-US" dirty="0"/>
              <a:t>One common definition is that rank is the number of basis vectors in column/row space.</a:t>
            </a:r>
          </a:p>
          <a:p>
            <a:pPr marL="139700" indent="0">
              <a:buNone/>
            </a:pPr>
            <a:r>
              <a:rPr lang="en-US" dirty="0"/>
              <a:t>Away from the formal definition, rank is the number of dimensions after matrix transformation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086100" y="1782990"/>
            <a:ext cx="2971800" cy="2971800"/>
            <a:chOff x="4980562" y="1057275"/>
            <a:chExt cx="2971800" cy="2971800"/>
          </a:xfrm>
          <a:solidFill>
            <a:schemeClr val="bg2">
              <a:lumMod val="60000"/>
              <a:lumOff val="40000"/>
            </a:schemeClr>
          </a:solidFill>
        </p:grpSpPr>
        <p:sp>
          <p:nvSpPr>
            <p:cNvPr id="6" name="Rectangle 5"/>
            <p:cNvSpPr/>
            <p:nvPr/>
          </p:nvSpPr>
          <p:spPr>
            <a:xfrm>
              <a:off x="4980562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352037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094987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5723512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466462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837937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580887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209412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980562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352037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094987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723512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466462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837937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580887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209412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980562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52037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094987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723512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466462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837937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7580887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7209412" y="10572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4980562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352037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094987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5723512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6466462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837937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7580887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7209412" y="14287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4980562" y="18002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5352037" y="18002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094987" y="18002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5723512" y="18002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6466462" y="18002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6837937" y="18002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7580887" y="18002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7209412" y="18002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980562" y="21717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352037" y="21717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6094987" y="21717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723512" y="21717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6466462" y="21717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6837937" y="21717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7580887" y="21717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209412" y="21717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4980562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5352037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6094987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5723512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6466462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6837937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7580887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7209412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4980562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5352037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6094987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5723512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6466462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6837937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7580887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7209412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4980562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5352037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6094987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5723512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6466462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6837937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7580887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7209412" y="254317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4980562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0" name="Rectangle 79"/>
            <p:cNvSpPr/>
            <p:nvPr/>
          </p:nvSpPr>
          <p:spPr>
            <a:xfrm>
              <a:off x="5352037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6094987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5723512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6466462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6837937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7580887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7209412" y="291465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4980562" y="32861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5352037" y="32861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6094987" y="32861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5723512" y="32861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6466462" y="32861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6837937" y="32861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7580887" y="32861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7209412" y="3286125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4980562" y="36576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5352037" y="36576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6094987" y="36576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5723512" y="36576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6466462" y="36576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6837937" y="36576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7580887" y="36576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7209412" y="3657600"/>
              <a:ext cx="371475" cy="371475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03" name="Straight Arrow Connector 102"/>
          <p:cNvCxnSpPr>
            <a:cxnSpLocks/>
            <a:stCxn id="31" idx="1"/>
            <a:endCxn id="93" idx="3"/>
          </p:cNvCxnSpPr>
          <p:nvPr/>
        </p:nvCxnSpPr>
        <p:spPr>
          <a:xfrm>
            <a:off x="3086100" y="2340203"/>
            <a:ext cx="2971800" cy="1857375"/>
          </a:xfrm>
          <a:prstGeom prst="straightConnector1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31" name="Ink 131"/>
              <p14:cNvContentPartPr/>
              <p14:nvPr/>
            </p14:nvContentPartPr>
            <p14:xfrm>
              <a:off x="4547024" y="3227626"/>
              <a:ext cx="100080" cy="77400"/>
            </p14:xfrm>
          </p:contentPart>
        </mc:Choice>
        <mc:Fallback>
          <p:pic>
            <p:nvPicPr>
              <p:cNvPr id="131" name="Ink 13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20024" y="3200626"/>
                <a:ext cx="153720" cy="13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9432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"/>
          <p:cNvSpPr txBox="1">
            <a:spLocks noGrp="1"/>
          </p:cNvSpPr>
          <p:nvPr>
            <p:ph type="title" idx="2"/>
          </p:nvPr>
        </p:nvSpPr>
        <p:spPr>
          <a:xfrm>
            <a:off x="2996550" y="817434"/>
            <a:ext cx="3150900" cy="121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/>
              <a:t>0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360" name="Google Shape;360;p27"/>
          <p:cNvSpPr txBox="1">
            <a:spLocks noGrp="1"/>
          </p:cNvSpPr>
          <p:nvPr>
            <p:ph type="title"/>
          </p:nvPr>
        </p:nvSpPr>
        <p:spPr>
          <a:xfrm>
            <a:off x="1149750" y="2008003"/>
            <a:ext cx="68445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Determinant </a:t>
            </a:r>
            <a:endParaRPr dirty="0"/>
          </a:p>
        </p:txBody>
      </p:sp>
      <p:grpSp>
        <p:nvGrpSpPr>
          <p:cNvPr id="361" name="Google Shape;361;p27"/>
          <p:cNvGrpSpPr/>
          <p:nvPr/>
        </p:nvGrpSpPr>
        <p:grpSpPr>
          <a:xfrm flipH="1">
            <a:off x="156736" y="535007"/>
            <a:ext cx="1116725" cy="1060727"/>
            <a:chOff x="596625" y="4028762"/>
            <a:chExt cx="1244400" cy="1182000"/>
          </a:xfrm>
        </p:grpSpPr>
        <p:sp>
          <p:nvSpPr>
            <p:cNvPr id="362" name="Google Shape;362;p27"/>
            <p:cNvSpPr/>
            <p:nvPr/>
          </p:nvSpPr>
          <p:spPr>
            <a:xfrm>
              <a:off x="596625" y="4028762"/>
              <a:ext cx="1244400" cy="1182000"/>
            </a:xfrm>
            <a:prstGeom prst="mathMultiply">
              <a:avLst>
                <a:gd name="adj1" fmla="val 16880"/>
              </a:avLst>
            </a:prstGeom>
            <a:gradFill>
              <a:gsLst>
                <a:gs pos="0">
                  <a:schemeClr val="accent1"/>
                </a:gs>
                <a:gs pos="5000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 dirty="0"/>
            </a:p>
          </p:txBody>
        </p:sp>
        <p:sp>
          <p:nvSpPr>
            <p:cNvPr id="363" name="Google Shape;363;p27"/>
            <p:cNvSpPr/>
            <p:nvPr/>
          </p:nvSpPr>
          <p:spPr>
            <a:xfrm>
              <a:off x="828325" y="4081125"/>
              <a:ext cx="154675" cy="308050"/>
            </a:xfrm>
            <a:custGeom>
              <a:avLst/>
              <a:gdLst/>
              <a:ahLst/>
              <a:cxnLst/>
              <a:rect l="l" t="t" r="r" b="b"/>
              <a:pathLst>
                <a:path w="6187" h="12322" extrusionOk="0">
                  <a:moveTo>
                    <a:pt x="0" y="12322"/>
                  </a:moveTo>
                  <a:lnTo>
                    <a:pt x="211" y="6350"/>
                  </a:lnTo>
                  <a:lnTo>
                    <a:pt x="6187" y="0"/>
                  </a:lnTo>
                  <a:lnTo>
                    <a:pt x="5406" y="653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4" name="Google Shape;364;p27"/>
            <p:cNvSpPr/>
            <p:nvPr/>
          </p:nvSpPr>
          <p:spPr>
            <a:xfrm>
              <a:off x="987675" y="4081125"/>
              <a:ext cx="484225" cy="243700"/>
            </a:xfrm>
            <a:custGeom>
              <a:avLst/>
              <a:gdLst/>
              <a:ahLst/>
              <a:cxnLst/>
              <a:rect l="l" t="t" r="r" b="b"/>
              <a:pathLst>
                <a:path w="19369" h="9748" extrusionOk="0">
                  <a:moveTo>
                    <a:pt x="0" y="0"/>
                  </a:moveTo>
                  <a:lnTo>
                    <a:pt x="9458" y="9748"/>
                  </a:lnTo>
                  <a:lnTo>
                    <a:pt x="19369" y="356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5" name="Google Shape;365;p27"/>
            <p:cNvSpPr/>
            <p:nvPr/>
          </p:nvSpPr>
          <p:spPr>
            <a:xfrm>
              <a:off x="1476300" y="4096475"/>
              <a:ext cx="146375" cy="288550"/>
            </a:xfrm>
            <a:custGeom>
              <a:avLst/>
              <a:gdLst/>
              <a:ahLst/>
              <a:cxnLst/>
              <a:rect l="l" t="t" r="r" b="b"/>
              <a:pathLst>
                <a:path w="5855" h="11542" extrusionOk="0">
                  <a:moveTo>
                    <a:pt x="5382" y="11542"/>
                  </a:moveTo>
                  <a:lnTo>
                    <a:pt x="5855" y="5923"/>
                  </a:lnTo>
                  <a:lnTo>
                    <a:pt x="82" y="0"/>
                  </a:lnTo>
                  <a:lnTo>
                    <a:pt x="0" y="5916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6" name="Google Shape;366;p27"/>
            <p:cNvSpPr/>
            <p:nvPr/>
          </p:nvSpPr>
          <p:spPr>
            <a:xfrm>
              <a:off x="786500" y="4548888"/>
              <a:ext cx="218800" cy="305975"/>
            </a:xfrm>
            <a:custGeom>
              <a:avLst/>
              <a:gdLst/>
              <a:ahLst/>
              <a:cxnLst/>
              <a:rect l="l" t="t" r="r" b="b"/>
              <a:pathLst>
                <a:path w="8752" h="12239" extrusionOk="0">
                  <a:moveTo>
                    <a:pt x="8752" y="0"/>
                  </a:moveTo>
                  <a:lnTo>
                    <a:pt x="0" y="8882"/>
                  </a:lnTo>
                  <a:lnTo>
                    <a:pt x="1697" y="12239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7" name="Google Shape;367;p27"/>
            <p:cNvSpPr/>
            <p:nvPr/>
          </p:nvSpPr>
          <p:spPr>
            <a:xfrm flipH="1">
              <a:off x="1435424" y="4548888"/>
              <a:ext cx="218800" cy="305975"/>
            </a:xfrm>
            <a:custGeom>
              <a:avLst/>
              <a:gdLst/>
              <a:ahLst/>
              <a:cxnLst/>
              <a:rect l="l" t="t" r="r" b="b"/>
              <a:pathLst>
                <a:path w="8752" h="12239" extrusionOk="0">
                  <a:moveTo>
                    <a:pt x="8752" y="0"/>
                  </a:moveTo>
                  <a:lnTo>
                    <a:pt x="0" y="8882"/>
                  </a:lnTo>
                  <a:lnTo>
                    <a:pt x="1697" y="12239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368" name="Google Shape;368;p27"/>
          <p:cNvGrpSpPr/>
          <p:nvPr/>
        </p:nvGrpSpPr>
        <p:grpSpPr>
          <a:xfrm>
            <a:off x="3638090" y="3103243"/>
            <a:ext cx="1867820" cy="409500"/>
            <a:chOff x="4057650" y="640000"/>
            <a:chExt cx="1867820" cy="409500"/>
          </a:xfrm>
        </p:grpSpPr>
        <p:sp>
          <p:nvSpPr>
            <p:cNvPr id="369" name="Google Shape;369;p27"/>
            <p:cNvSpPr/>
            <p:nvPr/>
          </p:nvSpPr>
          <p:spPr>
            <a:xfrm>
              <a:off x="4057650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0" name="Google Shape;370;p27"/>
            <p:cNvSpPr/>
            <p:nvPr/>
          </p:nvSpPr>
          <p:spPr>
            <a:xfrm>
              <a:off x="4543757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1" name="Google Shape;371;p27"/>
            <p:cNvSpPr/>
            <p:nvPr/>
          </p:nvSpPr>
          <p:spPr>
            <a:xfrm>
              <a:off x="5029863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2" name="Google Shape;372;p27"/>
            <p:cNvSpPr/>
            <p:nvPr/>
          </p:nvSpPr>
          <p:spPr>
            <a:xfrm>
              <a:off x="5515970" y="640000"/>
              <a:ext cx="409500" cy="409500"/>
            </a:xfrm>
            <a:prstGeom prst="diamond">
              <a:avLst/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73" name="Google Shape;373;p27"/>
          <p:cNvSpPr/>
          <p:nvPr/>
        </p:nvSpPr>
        <p:spPr>
          <a:xfrm>
            <a:off x="2523900" y="782512"/>
            <a:ext cx="107400" cy="107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82429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60;p27">
            <a:extLst>
              <a:ext uri="{FF2B5EF4-FFF2-40B4-BE49-F238E27FC236}">
                <a16:creationId xmlns:a16="http://schemas.microsoft.com/office/drawing/2014/main" id="{CA35509B-82C0-DA24-9D7A-D22420BF61D0}"/>
              </a:ext>
            </a:extLst>
          </p:cNvPr>
          <p:cNvSpPr txBox="1">
            <a:spLocks/>
          </p:cNvSpPr>
          <p:nvPr/>
        </p:nvSpPr>
        <p:spPr>
          <a:xfrm>
            <a:off x="-139960" y="973105"/>
            <a:ext cx="9423919" cy="64342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800" b="1" dirty="0">
                <a:latin typeface="Montserrat" panose="00000500000000000000" pitchFamily="2" charset="0"/>
              </a:rPr>
              <a:t>Determinant in Linear Transformation</a:t>
            </a:r>
            <a:r>
              <a:rPr lang="en-US" sz="12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A9D1EB-EE9C-F141-86EA-17AE1371B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068" y="1802450"/>
            <a:ext cx="5823864" cy="23679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96F3BF7-3D46-CD64-99CE-AF65ED3D5993}"/>
                  </a:ext>
                </a:extLst>
              </p:cNvPr>
              <p:cNvSpPr txBox="1"/>
              <p:nvPr/>
            </p:nvSpPr>
            <p:spPr>
              <a:xfrm>
                <a:off x="2870200" y="2770978"/>
                <a:ext cx="14779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96F3BF7-3D46-CD64-99CE-AF65ED3D5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0200" y="2770978"/>
                <a:ext cx="147796" cy="215444"/>
              </a:xfrm>
              <a:prstGeom prst="rect">
                <a:avLst/>
              </a:prstGeom>
              <a:blipFill>
                <a:blip r:embed="rId3"/>
                <a:stretch>
                  <a:fillRect l="-25000" r="-20833"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EDFFD0F-3225-4D1E-556F-FF5FB8928C33}"/>
                  </a:ext>
                </a:extLst>
              </p:cNvPr>
              <p:cNvSpPr txBox="1"/>
              <p:nvPr/>
            </p:nvSpPr>
            <p:spPr>
              <a:xfrm>
                <a:off x="6546850" y="2786056"/>
                <a:ext cx="20742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EDFFD0F-3225-4D1E-556F-FF5FB8928C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6850" y="2786056"/>
                <a:ext cx="207429" cy="215444"/>
              </a:xfrm>
              <a:prstGeom prst="rect">
                <a:avLst/>
              </a:prstGeom>
              <a:blipFill>
                <a:blip r:embed="rId4"/>
                <a:stretch>
                  <a:fillRect l="-17647"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50075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CC0D34B-ACAB-A030-3A79-663E9F3BF04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00" y="444999"/>
                <a:ext cx="7704000" cy="1309311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5000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500"/>
                  <a:buFont typeface="Montserrat Black"/>
                  <a:buNone/>
                  <a:defRPr sz="35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1pPr>
                <a:lvl2pPr marR="0" lvl="1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2pPr>
                <a:lvl3pPr marR="0" lvl="2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3pPr>
                <a:lvl4pPr marR="0" lvl="3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4pPr>
                <a:lvl5pPr marR="0" lvl="4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5pPr>
                <a:lvl6pPr marR="0" lvl="5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6pPr>
                <a:lvl7pPr marR="0" lvl="6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7pPr>
                <a:lvl8pPr marR="0" lvl="7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8pPr>
                <a:lvl9pPr marR="0" lvl="8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9pPr>
              </a:lstStyle>
              <a:p>
                <a:pPr algn="l"/>
                <a:r>
                  <a:rPr lang="en-US" sz="1600" b="1" dirty="0">
                    <a:latin typeface="Alata" panose="020B0604020202020204" charset="0"/>
                  </a:rPr>
                  <a:t>Theorem</a:t>
                </a:r>
                <a:r>
                  <a:rPr lang="en-US" sz="1600" b="0" dirty="0">
                    <a:latin typeface="Alata" panose="020B0604020202020204" charset="0"/>
                  </a:rPr>
                  <a:t>:</a:t>
                </a:r>
                <a:r>
                  <a:rPr lang="en-US" sz="1600" dirty="0">
                    <a:latin typeface="Alata" panose="020B0604020202020204" charset="0"/>
                  </a:rPr>
                  <a:t> Let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: 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→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b="0" dirty="0">
                    <a:latin typeface="Alata" panose="020B0604020202020204" charset="0"/>
                  </a:rPr>
                  <a:t> be the linear transformation determined by a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1600" b="0" dirty="0">
                    <a:latin typeface="Alata" panose="020B0604020202020204" charset="0"/>
                  </a:rPr>
                  <a:t> matrix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600" b="0" dirty="0">
                    <a:latin typeface="Alata" panose="020B0604020202020204" charset="0"/>
                  </a:rPr>
                  <a:t>. If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1600" b="0" dirty="0">
                    <a:latin typeface="Alata" panose="020B0604020202020204" charset="0"/>
                  </a:rPr>
                  <a:t> is a parallelogram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b="0" dirty="0">
                    <a:latin typeface="Alata" panose="020B0604020202020204" charset="0"/>
                  </a:rPr>
                  <a:t>, then</a:t>
                </a:r>
              </a:p>
              <a:p>
                <a:pPr algn="l"/>
                <a:endParaRPr lang="en-US" sz="1600" b="0" dirty="0">
                  <a:latin typeface="Alata" panose="020B060402020202020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area</m:t>
                          </m:r>
                          <m: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detA</m:t>
                          </m:r>
                        </m:e>
                      </m:d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.{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area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1600" dirty="0">
                  <a:latin typeface="Alata" panose="020B0604020202020204" charset="0"/>
                </a:endParaRPr>
              </a:p>
              <a:p>
                <a:pPr algn="l"/>
                <a:endParaRPr lang="en-US" sz="1600" b="0" dirty="0">
                  <a:latin typeface="Alata" panose="020B0604020202020204" charset="0"/>
                </a:endParaRP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CC0D34B-ACAB-A030-3A79-663E9F3BF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444999"/>
                <a:ext cx="7704000" cy="1309311"/>
              </a:xfrm>
              <a:prstGeom prst="rect">
                <a:avLst/>
              </a:prstGeom>
              <a:blipFill>
                <a:blip r:embed="rId2"/>
                <a:stretch>
                  <a:fillRect l="-316" t="-917"/>
                </a:stretch>
              </a:blip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5869A62-B754-3B0C-CD73-A14BACE44505}"/>
              </a:ext>
            </a:extLst>
          </p:cNvPr>
          <p:cNvSpPr txBox="1"/>
          <p:nvPr/>
        </p:nvSpPr>
        <p:spPr>
          <a:xfrm>
            <a:off x="704760" y="2004893"/>
            <a:ext cx="689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lata" panose="020B0604020202020204" charset="0"/>
              </a:rPr>
              <a:t>Proof: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A4D69CE-1350-9D7F-41DA-E6BC2468E575}"/>
                  </a:ext>
                </a:extLst>
              </p:cNvPr>
              <p:cNvSpPr txBox="1"/>
              <p:nvPr/>
            </p:nvSpPr>
            <p:spPr>
              <a:xfrm>
                <a:off x="2703784" y="2008265"/>
                <a:ext cx="12421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b="1" dirty="0">
                    <a:latin typeface="Alata" panose="020B0604020202020204" charset="0"/>
                  </a:rPr>
                  <a:t> 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A4D69CE-1350-9D7F-41DA-E6BC2468E5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3784" y="2008265"/>
                <a:ext cx="1242150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rrow: Right 6">
            <a:extLst>
              <a:ext uri="{FF2B5EF4-FFF2-40B4-BE49-F238E27FC236}">
                <a16:creationId xmlns:a16="http://schemas.microsoft.com/office/drawing/2014/main" id="{D594E597-81C0-13F8-BB7D-D768E6757168}"/>
              </a:ext>
            </a:extLst>
          </p:cNvPr>
          <p:cNvSpPr/>
          <p:nvPr/>
        </p:nvSpPr>
        <p:spPr>
          <a:xfrm>
            <a:off x="4305321" y="2074029"/>
            <a:ext cx="590550" cy="2095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98A402-CE0D-561A-6F92-31A2AA4334F9}"/>
              </a:ext>
            </a:extLst>
          </p:cNvPr>
          <p:cNvSpPr txBox="1"/>
          <p:nvPr/>
        </p:nvSpPr>
        <p:spPr>
          <a:xfrm>
            <a:off x="5255258" y="2006579"/>
            <a:ext cx="24105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lata" panose="020B0604020202020204" charset="0"/>
              </a:rPr>
              <a:t>Matrix of Linear Transformation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1D6927-BB8D-0727-ADA5-86994A5DD6C7}"/>
                  </a:ext>
                </a:extLst>
              </p:cNvPr>
              <p:cNvSpPr txBox="1"/>
              <p:nvPr/>
            </p:nvSpPr>
            <p:spPr>
              <a:xfrm>
                <a:off x="868057" y="2591215"/>
                <a:ext cx="368870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: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b="1" dirty="0">
                  <a:latin typeface="Alata" panose="020B0604020202020204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1D6927-BB8D-0727-ADA5-86994A5DD6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057" y="2591215"/>
                <a:ext cx="3688702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rrow: Right 9">
            <a:extLst>
              <a:ext uri="{FF2B5EF4-FFF2-40B4-BE49-F238E27FC236}">
                <a16:creationId xmlns:a16="http://schemas.microsoft.com/office/drawing/2014/main" id="{0B7CE86F-592A-C9E2-5224-C8D960D5D904}"/>
              </a:ext>
            </a:extLst>
          </p:cNvPr>
          <p:cNvSpPr/>
          <p:nvPr/>
        </p:nvSpPr>
        <p:spPr>
          <a:xfrm>
            <a:off x="1049610" y="3778444"/>
            <a:ext cx="1937528" cy="2095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FBE96A0-54D3-4508-2176-3CE29460238D}"/>
                  </a:ext>
                </a:extLst>
              </p:cNvPr>
              <p:cNvSpPr txBox="1"/>
              <p:nvPr/>
            </p:nvSpPr>
            <p:spPr>
              <a:xfrm>
                <a:off x="5511567" y="2621993"/>
                <a:ext cx="273389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latin typeface="Alata" panose="020B0604020202020204" charset="0"/>
                  </a:rPr>
                  <a:t>A Parallelogram </a:t>
                </a:r>
                <a:r>
                  <a:rPr lang="en-US" sz="1200" b="1" u="sng" dirty="0">
                    <a:latin typeface="Alata" panose="020B0604020202020204" charset="0"/>
                  </a:rPr>
                  <a:t>at the origin </a:t>
                </a:r>
                <a:r>
                  <a:rPr lang="en-US" sz="1200" b="1" dirty="0">
                    <a:latin typeface="Alata" panose="020B0604020202020204" charset="0"/>
                  </a:rPr>
                  <a:t>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200" b="1" dirty="0">
                    <a:latin typeface="Alata" panose="020B0604020202020204" charset="0"/>
                  </a:rPr>
                  <a:t> 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FBE96A0-54D3-4508-2176-3CE294602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567" y="2621993"/>
                <a:ext cx="2733894" cy="276999"/>
              </a:xfrm>
              <a:prstGeom prst="rect">
                <a:avLst/>
              </a:prstGeom>
              <a:blipFill>
                <a:blip r:embed="rId5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286A9BE-50E2-A373-604B-6EAA5FA3E0D1}"/>
                  </a:ext>
                </a:extLst>
              </p:cNvPr>
              <p:cNvSpPr txBox="1"/>
              <p:nvPr/>
            </p:nvSpPr>
            <p:spPr>
              <a:xfrm>
                <a:off x="2270759" y="3130110"/>
                <a:ext cx="4572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		   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286A9BE-50E2-A373-604B-6EAA5FA3E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0759" y="3130110"/>
                <a:ext cx="457200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83F4F0A-7D89-DF38-7497-2943FF4EEDAD}"/>
                  </a:ext>
                </a:extLst>
              </p:cNvPr>
              <p:cNvSpPr txBox="1"/>
              <p:nvPr/>
            </p:nvSpPr>
            <p:spPr>
              <a:xfrm>
                <a:off x="1087755" y="3516834"/>
                <a:ext cx="186123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100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1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100" b="0" i="0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1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100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100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100" b="1" dirty="0">
                  <a:latin typeface="Alata" panose="020B0604020202020204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83F4F0A-7D89-DF38-7497-2943FF4EE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755" y="3516834"/>
                <a:ext cx="1861238" cy="2616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rrow: Right 14">
            <a:extLst>
              <a:ext uri="{FF2B5EF4-FFF2-40B4-BE49-F238E27FC236}">
                <a16:creationId xmlns:a16="http://schemas.microsoft.com/office/drawing/2014/main" id="{4A686A6A-774D-6199-2009-5BCE6C64D904}"/>
              </a:ext>
            </a:extLst>
          </p:cNvPr>
          <p:cNvSpPr/>
          <p:nvPr/>
        </p:nvSpPr>
        <p:spPr>
          <a:xfrm>
            <a:off x="1973727" y="4328836"/>
            <a:ext cx="1272471" cy="2095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D8F1277-220E-A541-BC0D-062F4F992690}"/>
                  </a:ext>
                </a:extLst>
              </p:cNvPr>
              <p:cNvSpPr txBox="1"/>
              <p:nvPr/>
            </p:nvSpPr>
            <p:spPr>
              <a:xfrm>
                <a:off x="3105315" y="3744718"/>
                <a:ext cx="514588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b="1" dirty="0">
                    <a:latin typeface="Alata" panose="020B0604020202020204" charset="0"/>
                  </a:rPr>
                  <a:t>is a Parallelogram determined by the columns of matrix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𝐴𝑏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𝐴𝑏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1200" b="1" dirty="0">
                  <a:latin typeface="Alata" panose="020B0604020202020204" charset="0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D8F1277-220E-A541-BC0D-062F4F992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315" y="3744718"/>
                <a:ext cx="5145882" cy="276999"/>
              </a:xfrm>
              <a:prstGeom prst="rect">
                <a:avLst/>
              </a:prstGeom>
              <a:blipFill>
                <a:blip r:embed="rId8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6678BA-6396-E6C4-36CE-DEACC57B6942}"/>
                  </a:ext>
                </a:extLst>
              </p:cNvPr>
              <p:cNvSpPr txBox="1"/>
              <p:nvPr/>
            </p:nvSpPr>
            <p:spPr>
              <a:xfrm>
                <a:off x="944647" y="4271172"/>
                <a:ext cx="107372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𝐴𝑏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𝐴𝑏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6678BA-6396-E6C4-36CE-DEACC57B6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647" y="4271172"/>
                <a:ext cx="1073727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F9A5312-6676-CAF3-AC25-994D0A4D546F}"/>
                  </a:ext>
                </a:extLst>
              </p:cNvPr>
              <p:cNvSpPr txBox="1"/>
              <p:nvPr/>
            </p:nvSpPr>
            <p:spPr>
              <a:xfrm>
                <a:off x="2018374" y="4111103"/>
                <a:ext cx="107372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F9A5312-6676-CAF3-AC25-994D0A4D5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8374" y="4111103"/>
                <a:ext cx="1073727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4942B70-A4CB-6B9D-6EB4-B3C93B4946E7}"/>
                  </a:ext>
                </a:extLst>
              </p:cNvPr>
              <p:cNvSpPr txBox="1"/>
              <p:nvPr/>
            </p:nvSpPr>
            <p:spPr>
              <a:xfrm>
                <a:off x="3290845" y="4301950"/>
                <a:ext cx="136467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𝐴𝑏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𝐴𝑏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12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AB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4942B70-A4CB-6B9D-6EB4-B3C93B494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0845" y="4301950"/>
                <a:ext cx="1364673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10FB34-FE62-B141-F0F0-615C29951E8C}"/>
                  </a:ext>
                </a:extLst>
              </p:cNvPr>
              <p:cNvSpPr txBox="1"/>
              <p:nvPr/>
            </p:nvSpPr>
            <p:spPr>
              <a:xfrm>
                <a:off x="4836397" y="4271172"/>
                <a:ext cx="401272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area</m:t>
                          </m:r>
                          <m: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sz="1200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detAB</m:t>
                          </m:r>
                        </m:e>
                      </m:d>
                      <m:r>
                        <a:rPr lang="en-US" sz="1200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detA</m:t>
                          </m:r>
                        </m:e>
                      </m:d>
                      <m:r>
                        <a:rPr lang="en-US" sz="1200" b="0" i="0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detB</m:t>
                          </m:r>
                        </m:e>
                      </m:d>
                    </m:oMath>
                  </m:oMathPara>
                </a14:m>
                <a:endParaRPr lang="en-US" sz="1200" b="0" dirty="0">
                  <a:latin typeface="Alata" panose="020B0604020202020204" charset="0"/>
                </a:endParaRPr>
              </a:p>
              <a:p>
                <a:r>
                  <a:rPr lang="en-US" sz="1200" dirty="0">
                    <a:latin typeface="Alata" panose="020B0604020202020204" charset="0"/>
                  </a:rPr>
                  <a:t>		          </a:t>
                </a:r>
                <a14:m>
                  <m:oMath xmlns:m="http://schemas.openxmlformats.org/officeDocument/2006/math"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200" i="0">
                            <a:latin typeface="Cambria Math" panose="02040503050406030204" pitchFamily="18" charset="0"/>
                          </a:rPr>
                          <m:t>detA</m:t>
                        </m:r>
                      </m:e>
                    </m:d>
                    <m:r>
                      <a:rPr lang="en-US" sz="1200" i="0">
                        <a:latin typeface="Cambria Math" panose="02040503050406030204" pitchFamily="18" charset="0"/>
                      </a:rPr>
                      <m:t>.{</m:t>
                    </m:r>
                    <m:r>
                      <m:rPr>
                        <m:sty m:val="p"/>
                      </m:rPr>
                      <a:rPr lang="en-US" sz="1200" i="0">
                        <a:latin typeface="Cambria Math" panose="02040503050406030204" pitchFamily="18" charset="0"/>
                      </a:rPr>
                      <m:t>area</m:t>
                    </m:r>
                    <m:r>
                      <a:rPr lang="en-US" sz="1200" i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200" i="0"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sz="1200" i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200" i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1200" i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1200" dirty="0">
                  <a:latin typeface="Alata" panose="020B0604020202020204" charset="0"/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10FB34-FE62-B141-F0F0-615C29951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6397" y="4271172"/>
                <a:ext cx="4012724" cy="461665"/>
              </a:xfrm>
              <a:prstGeom prst="rect">
                <a:avLst/>
              </a:prstGeom>
              <a:blipFill>
                <a:blip r:embed="rId1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Arrow: Right 25">
            <a:extLst>
              <a:ext uri="{FF2B5EF4-FFF2-40B4-BE49-F238E27FC236}">
                <a16:creationId xmlns:a16="http://schemas.microsoft.com/office/drawing/2014/main" id="{6C5EFAD1-4A5B-02BD-4124-8499D49E07E0}"/>
              </a:ext>
            </a:extLst>
          </p:cNvPr>
          <p:cNvSpPr/>
          <p:nvPr/>
        </p:nvSpPr>
        <p:spPr>
          <a:xfrm>
            <a:off x="4727710" y="4335674"/>
            <a:ext cx="590550" cy="2095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2523C0B3-49B7-3611-B1AA-3EFD462303F0}"/>
              </a:ext>
            </a:extLst>
          </p:cNvPr>
          <p:cNvSpPr/>
          <p:nvPr/>
        </p:nvSpPr>
        <p:spPr>
          <a:xfrm>
            <a:off x="4599483" y="2685953"/>
            <a:ext cx="590550" cy="2095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C771E04-1CE4-E5AF-D88C-42849A5DACCB}"/>
                  </a:ext>
                </a:extLst>
              </p14:cNvPr>
              <p14:cNvContentPartPr/>
              <p14:nvPr/>
            </p14:nvContentPartPr>
            <p14:xfrm>
              <a:off x="4743360" y="3514680"/>
              <a:ext cx="36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C771E04-1CE4-E5AF-D88C-42849A5DACC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734000" y="350532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9422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7" grpId="0" animBg="1"/>
      <p:bldP spid="8" grpId="0"/>
      <p:bldP spid="9" grpId="0"/>
      <p:bldP spid="10" grpId="0" animBg="1"/>
      <p:bldP spid="11" grpId="0"/>
      <p:bldP spid="13" grpId="0"/>
      <p:bldP spid="14" grpId="0"/>
      <p:bldP spid="15" grpId="0" animBg="1"/>
      <p:bldP spid="16" grpId="0"/>
      <p:bldP spid="18" grpId="0"/>
      <p:bldP spid="21" grpId="0"/>
      <p:bldP spid="23" grpId="0"/>
      <p:bldP spid="25" grpId="0"/>
      <p:bldP spid="26" grpId="0" animBg="1"/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869A62-B754-3B0C-CD73-A14BACE44505}"/>
              </a:ext>
            </a:extLst>
          </p:cNvPr>
          <p:cNvSpPr txBox="1"/>
          <p:nvPr/>
        </p:nvSpPr>
        <p:spPr>
          <a:xfrm>
            <a:off x="599796" y="273426"/>
            <a:ext cx="1781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lata" panose="020B0604020202020204" charset="0"/>
              </a:rPr>
              <a:t>Proof (Continued):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A4D69CE-1350-9D7F-41DA-E6BC2468E575}"/>
                  </a:ext>
                </a:extLst>
              </p:cNvPr>
              <p:cNvSpPr txBox="1"/>
              <p:nvPr/>
            </p:nvSpPr>
            <p:spPr>
              <a:xfrm>
                <a:off x="1657824" y="688924"/>
                <a:ext cx="12421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i="1" dirty="0">
                  <a:latin typeface="Alata" panose="020B0604020202020204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A4D69CE-1350-9D7F-41DA-E6BC2468E5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824" y="688924"/>
                <a:ext cx="1242150" cy="307777"/>
              </a:xfrm>
              <a:prstGeom prst="rect">
                <a:avLst/>
              </a:prstGeom>
              <a:blipFill>
                <a:blip r:embed="rId2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rrow: Right 6">
            <a:extLst>
              <a:ext uri="{FF2B5EF4-FFF2-40B4-BE49-F238E27FC236}">
                <a16:creationId xmlns:a16="http://schemas.microsoft.com/office/drawing/2014/main" id="{D594E597-81C0-13F8-BB7D-D768E6757168}"/>
              </a:ext>
            </a:extLst>
          </p:cNvPr>
          <p:cNvSpPr/>
          <p:nvPr/>
        </p:nvSpPr>
        <p:spPr>
          <a:xfrm>
            <a:off x="3259361" y="724231"/>
            <a:ext cx="590550" cy="2095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98A402-CE0D-561A-6F92-31A2AA4334F9}"/>
              </a:ext>
            </a:extLst>
          </p:cNvPr>
          <p:cNvSpPr txBox="1"/>
          <p:nvPr/>
        </p:nvSpPr>
        <p:spPr>
          <a:xfrm>
            <a:off x="4209298" y="687238"/>
            <a:ext cx="24105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lata" panose="020B0604020202020204" charset="0"/>
              </a:rPr>
              <a:t>An arbitrary Parallelogram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8975D28-8FDB-91C9-70BF-59044A8405BA}"/>
              </a:ext>
            </a:extLst>
          </p:cNvPr>
          <p:cNvSpPr/>
          <p:nvPr/>
        </p:nvSpPr>
        <p:spPr>
          <a:xfrm>
            <a:off x="7118605" y="3842798"/>
            <a:ext cx="138545" cy="1385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7632FF34-6EE7-76B0-BB47-C5771D00BDD8}"/>
              </a:ext>
            </a:extLst>
          </p:cNvPr>
          <p:cNvCxnSpPr/>
          <p:nvPr/>
        </p:nvCxnSpPr>
        <p:spPr>
          <a:xfrm rot="10800000" flipV="1">
            <a:off x="1335796" y="964237"/>
            <a:ext cx="644055" cy="510540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BCA97C24-D89C-9D1D-0EA0-271F2C227B95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2509276" y="968610"/>
            <a:ext cx="644055" cy="510540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D8E434D-31A3-15C5-6D87-E90E523BBCCE}"/>
              </a:ext>
            </a:extLst>
          </p:cNvPr>
          <p:cNvSpPr txBox="1"/>
          <p:nvPr/>
        </p:nvSpPr>
        <p:spPr>
          <a:xfrm>
            <a:off x="599796" y="1474778"/>
            <a:ext cx="745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lata" panose="020B0604020202020204" charset="0"/>
              </a:rPr>
              <a:t>A vector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D2BF22-C8F6-BDD8-817B-3D5003864A13}"/>
              </a:ext>
            </a:extLst>
          </p:cNvPr>
          <p:cNvSpPr txBox="1"/>
          <p:nvPr/>
        </p:nvSpPr>
        <p:spPr>
          <a:xfrm>
            <a:off x="3125449" y="1416400"/>
            <a:ext cx="24105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lata" panose="020B0604020202020204" charset="0"/>
              </a:rPr>
              <a:t>A parallelogram at the origin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0EE094A-B00C-329E-6CE1-0F64D6AC7794}"/>
                  </a:ext>
                </a:extLst>
              </p:cNvPr>
              <p:cNvSpPr txBox="1"/>
              <p:nvPr/>
            </p:nvSpPr>
            <p:spPr>
              <a:xfrm>
                <a:off x="2626025" y="1891851"/>
                <a:ext cx="4058986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area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area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T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</m:d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>
                  <a:latin typeface="Alata" panose="020B0604020202020204" charset="0"/>
                </a:endParaRPr>
              </a:p>
              <a:p>
                <a:r>
                  <a:rPr lang="en-US" dirty="0">
                    <a:latin typeface="Alata" panose="020B0604020202020204" charset="0"/>
                  </a:rPr>
                  <a:t>                                 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  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area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</m:d>
                      </m:e>
                    </m:d>
                  </m:oMath>
                </a14:m>
                <a:endParaRPr lang="en-US" b="0" dirty="0">
                  <a:latin typeface="Alata" panose="020B0604020202020204" charset="0"/>
                </a:endParaRPr>
              </a:p>
              <a:p>
                <a:r>
                  <a:rPr lang="en-US" dirty="0">
                    <a:latin typeface="Alata" panose="020B0604020202020204" charset="0"/>
                  </a:rPr>
                  <a:t>	            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  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detA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area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d>
                  </m:oMath>
                </a14:m>
                <a:endParaRPr lang="en-US" b="0" dirty="0">
                  <a:latin typeface="Alata" panose="020B0604020202020204" charset="0"/>
                </a:endParaRPr>
              </a:p>
              <a:p>
                <a:r>
                  <a:rPr lang="en-US" dirty="0">
                    <a:latin typeface="Alata" panose="020B0604020202020204" charset="0"/>
                  </a:rPr>
                  <a:t>	            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  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detA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.{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area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endParaRPr lang="en-US" dirty="0">
                  <a:latin typeface="Alata" panose="020B0604020202020204" charset="0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0EE094A-B00C-329E-6CE1-0F64D6AC7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025" y="1891851"/>
                <a:ext cx="4058986" cy="954107"/>
              </a:xfrm>
              <a:prstGeom prst="rect">
                <a:avLst/>
              </a:prstGeom>
              <a:blipFill>
                <a:blip r:embed="rId3"/>
                <a:stretch>
                  <a:fillRect b="-25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FD8AED88-1BE3-1579-A417-E2740FFD2B0F}"/>
              </a:ext>
            </a:extLst>
          </p:cNvPr>
          <p:cNvSpPr txBox="1"/>
          <p:nvPr/>
        </p:nvSpPr>
        <p:spPr>
          <a:xfrm>
            <a:off x="7257150" y="2091905"/>
            <a:ext cx="9940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lata" panose="020B0604020202020204" charset="0"/>
              </a:rPr>
              <a:t>Translation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5B896E-357C-957C-B55D-172D70955584}"/>
              </a:ext>
            </a:extLst>
          </p:cNvPr>
          <p:cNvSpPr txBox="1"/>
          <p:nvPr/>
        </p:nvSpPr>
        <p:spPr>
          <a:xfrm>
            <a:off x="7257150" y="2568959"/>
            <a:ext cx="9940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lata" panose="020B0604020202020204" charset="0"/>
              </a:rPr>
              <a:t>Translation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CB8873F-2D00-EB13-1DB2-D82720FA8291}"/>
                  </a:ext>
                </a:extLst>
              </p:cNvPr>
              <p:cNvSpPr txBox="1"/>
              <p:nvPr/>
            </p:nvSpPr>
            <p:spPr>
              <a:xfrm>
                <a:off x="2459305" y="3773572"/>
                <a:ext cx="439242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latin typeface="Alata" panose="020B0604020202020204" charset="0"/>
                  </a:rPr>
                  <a:t>So this shows that theorem holds for all parallelograms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200" b="1" dirty="0">
                    <a:latin typeface="Alata" panose="020B0604020202020204" charset="0"/>
                  </a:rPr>
                  <a:t>.</a:t>
                </a: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CB8873F-2D00-EB13-1DB2-D82720FA8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9305" y="3773572"/>
                <a:ext cx="4392425" cy="276999"/>
              </a:xfrm>
              <a:prstGeom prst="rect">
                <a:avLst/>
              </a:prstGeom>
              <a:blipFill>
                <a:blip r:embed="rId4"/>
                <a:stretch>
                  <a:fillRect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rrow: Right 29">
            <a:extLst>
              <a:ext uri="{FF2B5EF4-FFF2-40B4-BE49-F238E27FC236}">
                <a16:creationId xmlns:a16="http://schemas.microsoft.com/office/drawing/2014/main" id="{1EECB667-A262-7B97-7531-735317FA5B8F}"/>
              </a:ext>
            </a:extLst>
          </p:cNvPr>
          <p:cNvSpPr/>
          <p:nvPr/>
        </p:nvSpPr>
        <p:spPr>
          <a:xfrm rot="5400000">
            <a:off x="4255468" y="3231837"/>
            <a:ext cx="590550" cy="2095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534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 animBg="1"/>
      <p:bldP spid="28" grpId="0" animBg="1"/>
      <p:bldP spid="17" grpId="0"/>
      <p:bldP spid="19" grpId="0"/>
      <p:bldP spid="20" grpId="0"/>
      <p:bldP spid="22" grpId="0"/>
      <p:bldP spid="24" grpId="0"/>
      <p:bldP spid="29" grpId="0"/>
      <p:bldP spid="3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CC0D34B-ACAB-A030-3A79-663E9F3BF04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00" y="444999"/>
                <a:ext cx="7704000" cy="1309311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5000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500"/>
                  <a:buFont typeface="Montserrat Black"/>
                  <a:buNone/>
                  <a:defRPr sz="35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1pPr>
                <a:lvl2pPr marR="0" lvl="1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2pPr>
                <a:lvl3pPr marR="0" lvl="2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3pPr>
                <a:lvl4pPr marR="0" lvl="3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4pPr>
                <a:lvl5pPr marR="0" lvl="4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5pPr>
                <a:lvl6pPr marR="0" lvl="5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6pPr>
                <a:lvl7pPr marR="0" lvl="6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7pPr>
                <a:lvl8pPr marR="0" lvl="7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8pPr>
                <a:lvl9pPr marR="0" lvl="8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9pPr>
              </a:lstStyle>
              <a:p>
                <a:pPr algn="l"/>
                <a:r>
                  <a:rPr lang="en-US" sz="1600" b="1" dirty="0">
                    <a:latin typeface="Alata" panose="020B0604020202020204" charset="0"/>
                  </a:rPr>
                  <a:t>Theorem</a:t>
                </a:r>
                <a:r>
                  <a:rPr lang="en-US" sz="1600" b="0" dirty="0">
                    <a:latin typeface="Alata" panose="020B0604020202020204" charset="0"/>
                  </a:rPr>
                  <a:t>:</a:t>
                </a:r>
                <a:r>
                  <a:rPr lang="en-US" sz="1600" dirty="0">
                    <a:latin typeface="Alata" panose="020B0604020202020204" charset="0"/>
                  </a:rPr>
                  <a:t> Let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: 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→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1600" b="0" dirty="0">
                    <a:latin typeface="Alata" panose="020B0604020202020204" charset="0"/>
                  </a:rPr>
                  <a:t> be the linear transformation determined by a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1600" b="0" dirty="0">
                    <a:latin typeface="Alata" panose="020B0604020202020204" charset="0"/>
                  </a:rPr>
                  <a:t> matrix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600" b="0" dirty="0">
                    <a:latin typeface="Alata" panose="020B0604020202020204" charset="0"/>
                  </a:rPr>
                  <a:t>. If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1600" b="0" dirty="0">
                    <a:latin typeface="Alata" panose="020B0604020202020204" charset="0"/>
                  </a:rPr>
                  <a:t> is a parallelepiped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b="0" dirty="0">
                    <a:latin typeface="Alata" panose="020B0604020202020204" charset="0"/>
                  </a:rPr>
                  <a:t>, then</a:t>
                </a:r>
              </a:p>
              <a:p>
                <a:pPr algn="l"/>
                <a:endParaRPr lang="en-US" sz="1600" b="0" dirty="0">
                  <a:latin typeface="Alata" panose="020B060402020202020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volume</m:t>
                          </m:r>
                          <m: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detA</m:t>
                          </m:r>
                        </m:e>
                      </m:d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.{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volume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1600" dirty="0">
                  <a:latin typeface="Alata" panose="020B0604020202020204" charset="0"/>
                </a:endParaRPr>
              </a:p>
              <a:p>
                <a:pPr algn="l"/>
                <a:endParaRPr lang="en-US" sz="1600" b="0" dirty="0">
                  <a:latin typeface="Alata" panose="020B0604020202020204" charset="0"/>
                </a:endParaRP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CC0D34B-ACAB-A030-3A79-663E9F3BF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444999"/>
                <a:ext cx="7704000" cy="1309311"/>
              </a:xfrm>
              <a:prstGeom prst="rect">
                <a:avLst/>
              </a:prstGeom>
              <a:blipFill>
                <a:blip r:embed="rId2"/>
                <a:stretch>
                  <a:fillRect l="-316" t="-917"/>
                </a:stretch>
              </a:blip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5869A62-B754-3B0C-CD73-A14BACE44505}"/>
              </a:ext>
            </a:extLst>
          </p:cNvPr>
          <p:cNvSpPr txBox="1"/>
          <p:nvPr/>
        </p:nvSpPr>
        <p:spPr>
          <a:xfrm>
            <a:off x="704760" y="2004893"/>
            <a:ext cx="689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lata" panose="020B0604020202020204" charset="0"/>
              </a:rPr>
              <a:t>Proof: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68A40A7-8207-0843-2D6D-173B053971C0}"/>
              </a:ext>
            </a:extLst>
          </p:cNvPr>
          <p:cNvSpPr txBox="1">
            <a:spLocks/>
          </p:cNvSpPr>
          <p:nvPr/>
        </p:nvSpPr>
        <p:spPr>
          <a:xfrm>
            <a:off x="720000" y="2563253"/>
            <a:ext cx="7704000" cy="73781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Black"/>
              <a:buNone/>
              <a:defRPr sz="35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Black"/>
              <a:buNone/>
              <a:defRPr sz="30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Black"/>
              <a:buNone/>
              <a:defRPr sz="30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Black"/>
              <a:buNone/>
              <a:defRPr sz="30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Black"/>
              <a:buNone/>
              <a:defRPr sz="30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Black"/>
              <a:buNone/>
              <a:defRPr sz="30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Black"/>
              <a:buNone/>
              <a:defRPr sz="30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Black"/>
              <a:buNone/>
              <a:defRPr sz="30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Black"/>
              <a:buNone/>
              <a:defRPr sz="30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1600" b="0" dirty="0">
                <a:latin typeface="Alata" panose="020B0604020202020204" charset="0"/>
              </a:rPr>
              <a:t>Similar to Previous Theorem</a:t>
            </a:r>
          </a:p>
        </p:txBody>
      </p:sp>
      <p:pic>
        <p:nvPicPr>
          <p:cNvPr id="12" name="Graphic 11" descr="Grinning face outline with solid fill">
            <a:extLst>
              <a:ext uri="{FF2B5EF4-FFF2-40B4-BE49-F238E27FC236}">
                <a16:creationId xmlns:a16="http://schemas.microsoft.com/office/drawing/2014/main" id="{7DBCB76D-2511-97CE-EA2D-89A9598E0D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4800" y="345319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453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E8038E-EB9A-1AB5-D6D0-ACEBC82C2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00971"/>
            <a:ext cx="4486021" cy="17303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8A51D6-876A-E588-BBF8-46EED1EE8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895" y="247841"/>
            <a:ext cx="4084424" cy="18366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le 1">
                <a:extLst>
                  <a:ext uri="{FF2B5EF4-FFF2-40B4-BE49-F238E27FC236}">
                    <a16:creationId xmlns:a16="http://schemas.microsoft.com/office/drawing/2014/main" id="{1E064DEC-75D6-4A66-3E43-6070DE42BAF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00" y="3059004"/>
                <a:ext cx="7704000" cy="95631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5000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500"/>
                  <a:buFont typeface="Montserrat Black"/>
                  <a:buNone/>
                  <a:defRPr sz="35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1pPr>
                <a:lvl2pPr marR="0" lvl="1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2pPr>
                <a:lvl3pPr marR="0" lvl="2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3pPr>
                <a:lvl4pPr marR="0" lvl="3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4pPr>
                <a:lvl5pPr marR="0" lvl="4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5pPr>
                <a:lvl6pPr marR="0" lvl="5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6pPr>
                <a:lvl7pPr marR="0" lvl="6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7pPr>
                <a:lvl8pPr marR="0" lvl="7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8pPr>
                <a:lvl9pPr marR="0" lvl="8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9pPr>
              </a:lstStyle>
              <a:p>
                <a:pPr algn="l"/>
                <a:r>
                  <a:rPr lang="en-US" sz="1600" b="1" dirty="0">
                    <a:latin typeface="Alata" panose="020B0604020202020204" charset="0"/>
                  </a:rPr>
                  <a:t>The conclusions of Previous hold whenever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1600" b="1" dirty="0">
                    <a:latin typeface="Alata" panose="020B0604020202020204" charset="0"/>
                  </a:rPr>
                  <a:t> is a region in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b="1" dirty="0">
                    <a:latin typeface="Alata" panose="020B0604020202020204" charset="0"/>
                  </a:rPr>
                  <a:t>  with finite area</a:t>
                </a:r>
              </a:p>
              <a:p>
                <a:pPr algn="l"/>
                <a:r>
                  <a:rPr lang="en-US" sz="1600" b="1" dirty="0">
                    <a:latin typeface="Alata" panose="020B0604020202020204" charset="0"/>
                  </a:rPr>
                  <a:t>or a region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1600" b="1" dirty="0">
                    <a:latin typeface="Alata" panose="020B0604020202020204" charset="0"/>
                  </a:rPr>
                  <a:t> with finite volume.</a:t>
                </a:r>
                <a:endParaRPr lang="en-US" sz="1600" b="0" dirty="0">
                  <a:latin typeface="Alata" panose="020B0604020202020204" charset="0"/>
                </a:endParaRPr>
              </a:p>
            </p:txBody>
          </p:sp>
        </mc:Choice>
        <mc:Fallback xmlns="">
          <p:sp>
            <p:nvSpPr>
              <p:cNvPr id="10" name="Title 1">
                <a:extLst>
                  <a:ext uri="{FF2B5EF4-FFF2-40B4-BE49-F238E27FC236}">
                    <a16:creationId xmlns:a16="http://schemas.microsoft.com/office/drawing/2014/main" id="{1E064DEC-75D6-4A66-3E43-6070DE42B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3059004"/>
                <a:ext cx="7704000" cy="956310"/>
              </a:xfrm>
              <a:prstGeom prst="rect">
                <a:avLst/>
              </a:prstGeom>
              <a:blipFill>
                <a:blip r:embed="rId4"/>
                <a:stretch>
                  <a:fillRect l="-316"/>
                </a:stretch>
              </a:blip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44157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60;p27">
            <a:extLst>
              <a:ext uri="{FF2B5EF4-FFF2-40B4-BE49-F238E27FC236}">
                <a16:creationId xmlns:a16="http://schemas.microsoft.com/office/drawing/2014/main" id="{CA35509B-82C0-DA24-9D7A-D22420BF61D0}"/>
              </a:ext>
            </a:extLst>
          </p:cNvPr>
          <p:cNvSpPr txBox="1">
            <a:spLocks/>
          </p:cNvSpPr>
          <p:nvPr/>
        </p:nvSpPr>
        <p:spPr>
          <a:xfrm>
            <a:off x="-139960" y="973105"/>
            <a:ext cx="9423919" cy="64342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800" b="1" dirty="0">
                <a:latin typeface="Montserrat" panose="00000500000000000000" pitchFamily="2" charset="0"/>
              </a:rPr>
              <a:t>Determinant as Area and Volume</a:t>
            </a:r>
            <a:endParaRPr lang="en-US" sz="12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1F5B7E1-D75C-1850-61EB-1E18430CEB29}"/>
              </a:ext>
            </a:extLst>
          </p:cNvPr>
          <p:cNvCxnSpPr>
            <a:cxnSpLocks/>
          </p:cNvCxnSpPr>
          <p:nvPr/>
        </p:nvCxnSpPr>
        <p:spPr>
          <a:xfrm flipV="1">
            <a:off x="5700030" y="2176678"/>
            <a:ext cx="0" cy="1259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5FAF61C-B73F-1B80-1E59-6CCC838EE895}"/>
              </a:ext>
            </a:extLst>
          </p:cNvPr>
          <p:cNvCxnSpPr>
            <a:cxnSpLocks/>
          </p:cNvCxnSpPr>
          <p:nvPr/>
        </p:nvCxnSpPr>
        <p:spPr>
          <a:xfrm>
            <a:off x="5700031" y="3436556"/>
            <a:ext cx="15853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978E33E-75E0-01DF-123A-14A2868A5917}"/>
                  </a:ext>
                </a:extLst>
              </p:cNvPr>
              <p:cNvSpPr txBox="1"/>
              <p:nvPr/>
            </p:nvSpPr>
            <p:spPr>
              <a:xfrm>
                <a:off x="7285348" y="3296856"/>
                <a:ext cx="15132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978E33E-75E0-01DF-123A-14A2868A5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5348" y="3296856"/>
                <a:ext cx="151323" cy="215444"/>
              </a:xfrm>
              <a:prstGeom prst="rect">
                <a:avLst/>
              </a:prstGeom>
              <a:blipFill>
                <a:blip r:embed="rId2"/>
                <a:stretch>
                  <a:fillRect l="-24000" r="-24000" b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11FC201-ACC6-9CA8-3A59-7C0A5AE88DCF}"/>
              </a:ext>
            </a:extLst>
          </p:cNvPr>
          <p:cNvCxnSpPr>
            <a:cxnSpLocks/>
          </p:cNvCxnSpPr>
          <p:nvPr/>
        </p:nvCxnSpPr>
        <p:spPr>
          <a:xfrm flipH="1">
            <a:off x="4990597" y="3436556"/>
            <a:ext cx="709433" cy="794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Cube 10">
            <a:extLst>
              <a:ext uri="{FF2B5EF4-FFF2-40B4-BE49-F238E27FC236}">
                <a16:creationId xmlns:a16="http://schemas.microsoft.com/office/drawing/2014/main" id="{F4B72E57-5396-4D28-CAB2-6E7B23BD3CD3}"/>
              </a:ext>
            </a:extLst>
          </p:cNvPr>
          <p:cNvSpPr/>
          <p:nvPr/>
        </p:nvSpPr>
        <p:spPr>
          <a:xfrm>
            <a:off x="5276851" y="2616204"/>
            <a:ext cx="1299666" cy="1304382"/>
          </a:xfrm>
          <a:prstGeom prst="cube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45F35B0-FB8E-B0B8-8190-3A7F798749C3}"/>
                  </a:ext>
                </a:extLst>
              </p:cNvPr>
              <p:cNvSpPr txBox="1"/>
              <p:nvPr/>
            </p:nvSpPr>
            <p:spPr>
              <a:xfrm>
                <a:off x="4839274" y="4231310"/>
                <a:ext cx="15132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45F35B0-FB8E-B0B8-8190-3A7F79874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9274" y="4231310"/>
                <a:ext cx="151323" cy="215444"/>
              </a:xfrm>
              <a:prstGeom prst="rect">
                <a:avLst/>
              </a:prstGeom>
              <a:blipFill>
                <a:blip r:embed="rId3"/>
                <a:stretch>
                  <a:fillRect l="-16000" r="-4000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4AD689-9A95-E9CE-134B-AB5E754B433F}"/>
                  </a:ext>
                </a:extLst>
              </p:cNvPr>
              <p:cNvSpPr txBox="1"/>
              <p:nvPr/>
            </p:nvSpPr>
            <p:spPr>
              <a:xfrm>
                <a:off x="5624368" y="1961233"/>
                <a:ext cx="15132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4AD689-9A95-E9CE-134B-AB5E754B43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4368" y="1961233"/>
                <a:ext cx="151323" cy="215444"/>
              </a:xfrm>
              <a:prstGeom prst="rect">
                <a:avLst/>
              </a:prstGeom>
              <a:blipFill>
                <a:blip r:embed="rId4"/>
                <a:stretch>
                  <a:fillRect l="-12500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45A78EB-8997-B17A-B7A0-7408145E2AFF}"/>
              </a:ext>
            </a:extLst>
          </p:cNvPr>
          <p:cNvCxnSpPr>
            <a:cxnSpLocks/>
          </p:cNvCxnSpPr>
          <p:nvPr/>
        </p:nvCxnSpPr>
        <p:spPr>
          <a:xfrm>
            <a:off x="5700030" y="3436556"/>
            <a:ext cx="876487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A78A642-B709-F91E-6CB9-D4C9B1DB7DB4}"/>
              </a:ext>
            </a:extLst>
          </p:cNvPr>
          <p:cNvCxnSpPr>
            <a:cxnSpLocks/>
          </p:cNvCxnSpPr>
          <p:nvPr/>
        </p:nvCxnSpPr>
        <p:spPr>
          <a:xfrm flipH="1">
            <a:off x="5276849" y="3436555"/>
            <a:ext cx="428127" cy="4840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BB4B393-A393-7A8F-09A0-927A1B7D676E}"/>
              </a:ext>
            </a:extLst>
          </p:cNvPr>
          <p:cNvCxnSpPr>
            <a:cxnSpLocks/>
          </p:cNvCxnSpPr>
          <p:nvPr/>
        </p:nvCxnSpPr>
        <p:spPr>
          <a:xfrm flipV="1">
            <a:off x="5693085" y="2616203"/>
            <a:ext cx="6943" cy="83522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A2AA418-BEDD-52DB-E459-7A7847D13B85}"/>
              </a:ext>
            </a:extLst>
          </p:cNvPr>
          <p:cNvCxnSpPr>
            <a:cxnSpLocks/>
          </p:cNvCxnSpPr>
          <p:nvPr/>
        </p:nvCxnSpPr>
        <p:spPr>
          <a:xfrm flipV="1">
            <a:off x="1782991" y="2224930"/>
            <a:ext cx="3" cy="1703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00DC95E-99C1-2DCD-5D4A-E5BAF9BA58F6}"/>
              </a:ext>
            </a:extLst>
          </p:cNvPr>
          <p:cNvCxnSpPr>
            <a:cxnSpLocks/>
          </p:cNvCxnSpPr>
          <p:nvPr/>
        </p:nvCxnSpPr>
        <p:spPr>
          <a:xfrm>
            <a:off x="1678746" y="3822331"/>
            <a:ext cx="19583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DA4C28A6-1721-D073-F42D-C7B67DA89A72}"/>
              </a:ext>
            </a:extLst>
          </p:cNvPr>
          <p:cNvSpPr/>
          <p:nvPr/>
        </p:nvSpPr>
        <p:spPr>
          <a:xfrm>
            <a:off x="1782991" y="2546083"/>
            <a:ext cx="1214846" cy="1276248"/>
          </a:xfrm>
          <a:prstGeom prst="rect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79A4DF9-23B9-01B6-29EB-11B723176440}"/>
                  </a:ext>
                </a:extLst>
              </p:cNvPr>
              <p:cNvSpPr txBox="1"/>
              <p:nvPr/>
            </p:nvSpPr>
            <p:spPr>
              <a:xfrm>
                <a:off x="3637094" y="3690514"/>
                <a:ext cx="15132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79A4DF9-23B9-01B6-29EB-11B723176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7094" y="3690514"/>
                <a:ext cx="151323" cy="215444"/>
              </a:xfrm>
              <a:prstGeom prst="rect">
                <a:avLst/>
              </a:prstGeom>
              <a:blipFill>
                <a:blip r:embed="rId3"/>
                <a:stretch>
                  <a:fillRect l="-16667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95D694D-E6EA-F4B4-6899-E7602F7A6510}"/>
                  </a:ext>
                </a:extLst>
              </p:cNvPr>
              <p:cNvSpPr txBox="1"/>
              <p:nvPr/>
            </p:nvSpPr>
            <p:spPr>
              <a:xfrm>
                <a:off x="1707329" y="1960173"/>
                <a:ext cx="15376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95D694D-E6EA-F4B4-6899-E7602F7A6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7329" y="1960173"/>
                <a:ext cx="153760" cy="215444"/>
              </a:xfrm>
              <a:prstGeom prst="rect">
                <a:avLst/>
              </a:prstGeom>
              <a:blipFill>
                <a:blip r:embed="rId2"/>
                <a:stretch>
                  <a:fillRect l="-24000" r="-24000" b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EB3443F-C46C-A46F-82D6-D3526ADBBAFE}"/>
              </a:ext>
            </a:extLst>
          </p:cNvPr>
          <p:cNvCxnSpPr>
            <a:cxnSpLocks/>
          </p:cNvCxnSpPr>
          <p:nvPr/>
        </p:nvCxnSpPr>
        <p:spPr>
          <a:xfrm flipV="1">
            <a:off x="1782991" y="2546083"/>
            <a:ext cx="0" cy="127696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7A66857-B194-EA3D-9F4A-C877DBC79A52}"/>
              </a:ext>
            </a:extLst>
          </p:cNvPr>
          <p:cNvCxnSpPr>
            <a:cxnSpLocks/>
          </p:cNvCxnSpPr>
          <p:nvPr/>
        </p:nvCxnSpPr>
        <p:spPr>
          <a:xfrm>
            <a:off x="1792778" y="3815686"/>
            <a:ext cx="1217275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55503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9" name="Google Shape;379;p28"/>
              <p:cNvSpPr txBox="1">
                <a:spLocks noGrp="1"/>
              </p:cNvSpPr>
              <p:nvPr>
                <p:ph type="subTitle" idx="4294967295"/>
              </p:nvPr>
            </p:nvSpPr>
            <p:spPr>
              <a:xfrm>
                <a:off x="501597" y="1204398"/>
                <a:ext cx="4152900" cy="1539875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b="1" dirty="0"/>
                  <a:t>For a parallelogram, we have the familiar formula: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b="1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area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of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parallegram</m:t>
                              </m:r>
                            </m:e>
                          </m:eqAr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length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base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height</m:t>
                          </m:r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79" name="Google Shape;379;p28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4294967295"/>
              </p:nvPr>
            </p:nvSpPr>
            <p:spPr>
              <a:xfrm>
                <a:off x="501597" y="1204398"/>
                <a:ext cx="4152900" cy="1539875"/>
              </a:xfrm>
              <a:prstGeom prst="rect">
                <a:avLst/>
              </a:prstGeom>
              <a:blipFill>
                <a:blip r:embed="rId3"/>
                <a:stretch>
                  <a:fillRect l="-4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0" name="Google Shape;380;p28"/>
              <p:cNvSpPr txBox="1">
                <a:spLocks noGrp="1"/>
              </p:cNvSpPr>
              <p:nvPr>
                <p:ph type="subTitle" idx="4294967295"/>
              </p:nvPr>
            </p:nvSpPr>
            <p:spPr>
              <a:xfrm>
                <a:off x="4768193" y="1155709"/>
                <a:ext cx="4152900" cy="1541462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b="1" dirty="0"/>
                  <a:t>We have a similar formula for the volume of a parallelepiped: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b="1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volume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of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parallelepiped</m:t>
                              </m:r>
                            </m:e>
                          </m:eqAr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area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base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height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80" name="Google Shape;380;p28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4294967295"/>
              </p:nvPr>
            </p:nvSpPr>
            <p:spPr>
              <a:xfrm>
                <a:off x="4768193" y="1155709"/>
                <a:ext cx="4152900" cy="1541462"/>
              </a:xfrm>
              <a:prstGeom prst="rect">
                <a:avLst/>
              </a:prstGeom>
              <a:blipFill>
                <a:blip r:embed="rId4"/>
                <a:stretch>
                  <a:fillRect l="-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1" name="Group 370">
            <a:extLst>
              <a:ext uri="{FF2B5EF4-FFF2-40B4-BE49-F238E27FC236}">
                <a16:creationId xmlns:a16="http://schemas.microsoft.com/office/drawing/2014/main" id="{A774C53F-FC3C-E77D-81F1-24774DA155FF}"/>
              </a:ext>
            </a:extLst>
          </p:cNvPr>
          <p:cNvGrpSpPr/>
          <p:nvPr/>
        </p:nvGrpSpPr>
        <p:grpSpPr>
          <a:xfrm>
            <a:off x="1583902" y="3310850"/>
            <a:ext cx="1784432" cy="1091729"/>
            <a:chOff x="1481081" y="2928555"/>
            <a:chExt cx="1784432" cy="1091729"/>
          </a:xfrm>
        </p:grpSpPr>
        <p:sp>
          <p:nvSpPr>
            <p:cNvPr id="2" name="Parallelogram 1">
              <a:extLst>
                <a:ext uri="{FF2B5EF4-FFF2-40B4-BE49-F238E27FC236}">
                  <a16:creationId xmlns:a16="http://schemas.microsoft.com/office/drawing/2014/main" id="{9C16681B-9074-FF50-DD73-CA491A6FE7E5}"/>
                </a:ext>
              </a:extLst>
            </p:cNvPr>
            <p:cNvSpPr/>
            <p:nvPr/>
          </p:nvSpPr>
          <p:spPr>
            <a:xfrm>
              <a:off x="1481081" y="2928556"/>
              <a:ext cx="1784432" cy="724117"/>
            </a:xfrm>
            <a:prstGeom prst="parallelogram">
              <a:avLst/>
            </a:prstGeom>
            <a:pattFill prst="wdUpDiag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DB7EDDF-33FA-73D8-E71F-2EEE0559953C}"/>
                </a:ext>
              </a:extLst>
            </p:cNvPr>
            <p:cNvCxnSpPr>
              <a:cxnSpLocks/>
            </p:cNvCxnSpPr>
            <p:nvPr/>
          </p:nvCxnSpPr>
          <p:spPr>
            <a:xfrm>
              <a:off x="1686744" y="2928555"/>
              <a:ext cx="0" cy="724117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D787DF-2D9E-1C2F-DAD9-F1AE63CB0A5A}"/>
                </a:ext>
              </a:extLst>
            </p:cNvPr>
            <p:cNvCxnSpPr/>
            <p:nvPr/>
          </p:nvCxnSpPr>
          <p:spPr>
            <a:xfrm>
              <a:off x="1481081" y="3652672"/>
              <a:ext cx="1605838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66D140E-B75C-C247-66AE-66D1CC80D202}"/>
                </a:ext>
              </a:extLst>
            </p:cNvPr>
            <p:cNvSpPr txBox="1"/>
            <p:nvPr/>
          </p:nvSpPr>
          <p:spPr>
            <a:xfrm>
              <a:off x="1736751" y="3136277"/>
              <a:ext cx="6500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  <a:latin typeface="Math"/>
                </a:rPr>
                <a:t>height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236F7D3-7DAD-645D-BC28-F434AFC144C4}"/>
                </a:ext>
              </a:extLst>
            </p:cNvPr>
            <p:cNvSpPr txBox="1"/>
            <p:nvPr/>
          </p:nvSpPr>
          <p:spPr>
            <a:xfrm>
              <a:off x="1971649" y="3712507"/>
              <a:ext cx="6500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Math"/>
                </a:rPr>
                <a:t>base</a:t>
              </a:r>
            </a:p>
          </p:txBody>
        </p:sp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02C14A87-607F-82E4-C5E1-DDB05758688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755940" y="3571074"/>
              <a:ext cx="14547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8579C254-04D9-629E-EFAC-FF85F8B99024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755940" y="3446193"/>
              <a:ext cx="0" cy="13202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68" name="Group 367">
            <a:extLst>
              <a:ext uri="{FF2B5EF4-FFF2-40B4-BE49-F238E27FC236}">
                <a16:creationId xmlns:a16="http://schemas.microsoft.com/office/drawing/2014/main" id="{1A8BC258-07CB-5085-5762-3056485913D6}"/>
              </a:ext>
            </a:extLst>
          </p:cNvPr>
          <p:cNvGrpSpPr/>
          <p:nvPr/>
        </p:nvGrpSpPr>
        <p:grpSpPr>
          <a:xfrm>
            <a:off x="5575579" y="2752741"/>
            <a:ext cx="1853963" cy="1531662"/>
            <a:chOff x="5400609" y="2792005"/>
            <a:chExt cx="2216080" cy="1830827"/>
          </a:xfrm>
        </p:grpSpPr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BF03A157-ACDA-4DA1-202A-B34ACEAF5B06}"/>
                </a:ext>
              </a:extLst>
            </p:cNvPr>
            <p:cNvSpPr/>
            <p:nvPr/>
          </p:nvSpPr>
          <p:spPr>
            <a:xfrm>
              <a:off x="5400609" y="3898715"/>
              <a:ext cx="1784432" cy="724117"/>
            </a:xfrm>
            <a:prstGeom prst="parallelogram">
              <a:avLst>
                <a:gd name="adj" fmla="val 62489"/>
              </a:avLst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CCCE068-583C-3C90-9063-55EFA4847F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70432" y="2817378"/>
              <a:ext cx="446257" cy="1129466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12B0F62-89E3-D26A-7C56-51C53F99FF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23674" y="3516122"/>
              <a:ext cx="408583" cy="1102518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518B5D6-DA31-FBED-CD97-B32DEB5D35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43418" y="3498335"/>
              <a:ext cx="427014" cy="1120305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3E8289F-EF99-C4E5-620D-5772269A4F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50154" y="3897196"/>
              <a:ext cx="1334887" cy="1519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E6B98A42-B6F9-0213-51DE-5008652DC6FE}"/>
                </a:ext>
              </a:extLst>
            </p:cNvPr>
            <p:cNvSpPr/>
            <p:nvPr/>
          </p:nvSpPr>
          <p:spPr>
            <a:xfrm>
              <a:off x="5832257" y="2792005"/>
              <a:ext cx="1784432" cy="724117"/>
            </a:xfrm>
            <a:prstGeom prst="parallelogram">
              <a:avLst>
                <a:gd name="adj" fmla="val 62489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DF46130-B75F-9CF9-BB7C-80E94F350B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50154" y="2817378"/>
              <a:ext cx="439653" cy="1081337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E3038D87-1084-A9FB-8FE5-25DFCB50A215}"/>
                </a:ext>
              </a:extLst>
            </p:cNvPr>
            <p:cNvCxnSpPr>
              <a:cxnSpLocks/>
            </p:cNvCxnSpPr>
            <p:nvPr/>
          </p:nvCxnSpPr>
          <p:spPr>
            <a:xfrm>
              <a:off x="5400609" y="4618640"/>
              <a:ext cx="1351613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14DCDBED-16F7-09DF-B50C-359F7851CC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52222" y="3882494"/>
              <a:ext cx="448746" cy="736146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C5D63A87-70F8-3AE2-6A58-5EA5FBEFDE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6769" y="3890605"/>
              <a:ext cx="443385" cy="728035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64D9661-21FD-B5CF-3B4D-1D36CC5253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11890" y="3524232"/>
              <a:ext cx="29315" cy="846799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DBB87867-EB15-5DC2-39FE-20AD8C8A5BE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890992" y="4286261"/>
              <a:ext cx="14547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924AC6BF-E2AE-5656-AD08-0AB5F5461E5A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890992" y="4161380"/>
              <a:ext cx="0" cy="13202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48" name="TextBox 347">
            <a:extLst>
              <a:ext uri="{FF2B5EF4-FFF2-40B4-BE49-F238E27FC236}">
                <a16:creationId xmlns:a16="http://schemas.microsoft.com/office/drawing/2014/main" id="{4F6B2478-A921-ED83-11E1-26B71B8F2FE8}"/>
              </a:ext>
            </a:extLst>
          </p:cNvPr>
          <p:cNvSpPr txBox="1"/>
          <p:nvPr/>
        </p:nvSpPr>
        <p:spPr>
          <a:xfrm>
            <a:off x="5857440" y="3629781"/>
            <a:ext cx="6500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Math"/>
              </a:rPr>
              <a:t>height</a:t>
            </a: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F643AD3F-245F-4F2A-7A6C-F88671B04F6D}"/>
              </a:ext>
            </a:extLst>
          </p:cNvPr>
          <p:cNvSpPr txBox="1"/>
          <p:nvPr/>
        </p:nvSpPr>
        <p:spPr>
          <a:xfrm>
            <a:off x="5857439" y="4333188"/>
            <a:ext cx="6500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Math"/>
              </a:rPr>
              <a:t>base</a:t>
            </a:r>
          </a:p>
        </p:txBody>
      </p:sp>
    </p:spTree>
    <p:extLst>
      <p:ext uri="{BB962C8B-B14F-4D97-AF65-F5344CB8AC3E}">
        <p14:creationId xmlns:p14="http://schemas.microsoft.com/office/powerpoint/2010/main" val="14692279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CED1511-6ACB-9E1F-C1E3-844719E6C11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00" y="444999"/>
                <a:ext cx="7704000" cy="705376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5000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500"/>
                  <a:buFont typeface="Montserrat Black"/>
                  <a:buNone/>
                  <a:defRPr sz="35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1pPr>
                <a:lvl2pPr marR="0" lvl="1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2pPr>
                <a:lvl3pPr marR="0" lvl="2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3pPr>
                <a:lvl4pPr marR="0" lvl="3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4pPr>
                <a:lvl5pPr marR="0" lvl="4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5pPr>
                <a:lvl6pPr marR="0" lvl="5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6pPr>
                <a:lvl7pPr marR="0" lvl="6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7pPr>
                <a:lvl8pPr marR="0" lvl="7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8pPr>
                <a:lvl9pPr marR="0" lvl="8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9pPr>
              </a:lstStyle>
              <a:p>
                <a:pPr algn="l"/>
                <a:r>
                  <a:rPr lang="en-US" sz="1600" b="1" dirty="0">
                    <a:latin typeface="Alata" panose="020B0604020202020204" charset="0"/>
                  </a:rPr>
                  <a:t>Theorem</a:t>
                </a:r>
                <a:r>
                  <a:rPr lang="en-US" sz="1600" b="0" dirty="0">
                    <a:latin typeface="Alata" panose="020B0604020202020204" charset="0"/>
                  </a:rPr>
                  <a:t>: if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600" b="0" dirty="0">
                    <a:latin typeface="Alata" panose="020B0604020202020204" charset="0"/>
                  </a:rPr>
                  <a:t> is a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b="0" dirty="0">
                    <a:latin typeface="Alata" panose="020B0604020202020204" charset="0"/>
                  </a:rPr>
                  <a:t> matrix, the area of </a:t>
                </a:r>
                <a:r>
                  <a:rPr lang="en-US" sz="1600" dirty="0">
                    <a:latin typeface="Alata" panose="020B0604020202020204" charset="0"/>
                  </a:rPr>
                  <a:t>the parallelogram </a:t>
                </a:r>
                <a:r>
                  <a:rPr lang="en-US" sz="1600" b="0" dirty="0">
                    <a:latin typeface="Alata" panose="020B0604020202020204" charset="0"/>
                  </a:rPr>
                  <a:t>determined by the columns of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600" b="0" dirty="0">
                    <a:latin typeface="Alata" panose="020B0604020202020204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|</m:t>
                    </m:r>
                    <m:func>
                      <m:func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1600" b="0" dirty="0">
                    <a:latin typeface="Alata" panose="020B060402020202020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CED1511-6ACB-9E1F-C1E3-844719E6C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444999"/>
                <a:ext cx="7704000" cy="705376"/>
              </a:xfrm>
              <a:prstGeom prst="rect">
                <a:avLst/>
              </a:prstGeom>
              <a:blipFill>
                <a:blip r:embed="rId2"/>
                <a:stretch>
                  <a:fillRect l="-316" r="-237"/>
                </a:stretch>
              </a:blip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8202BCF-A39C-7455-E6B3-843AC96BF964}"/>
              </a:ext>
            </a:extLst>
          </p:cNvPr>
          <p:cNvSpPr txBox="1"/>
          <p:nvPr/>
        </p:nvSpPr>
        <p:spPr>
          <a:xfrm>
            <a:off x="720000" y="1373112"/>
            <a:ext cx="10439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lata" panose="020B0604020202020204" charset="0"/>
              </a:rPr>
              <a:t>Proof: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D0314A-6852-1896-FEC6-46C6EB1C5D51}"/>
                  </a:ext>
                </a:extLst>
              </p:cNvPr>
              <p:cNvSpPr txBox="1"/>
              <p:nvPr/>
            </p:nvSpPr>
            <p:spPr>
              <a:xfrm>
                <a:off x="796413" y="1680889"/>
                <a:ext cx="762758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Alata" panose="020B0604020202020204" charset="0"/>
                  </a:rPr>
                  <a:t>The theorem is obviously true for any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Alata" panose="020B0604020202020204" charset="0"/>
                  </a:rPr>
                  <a:t>diagonal matrix: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D0314A-6852-1896-FEC6-46C6EB1C5D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413" y="1680889"/>
                <a:ext cx="7627587" cy="307777"/>
              </a:xfrm>
              <a:prstGeom prst="rect">
                <a:avLst/>
              </a:prstGeom>
              <a:blipFill>
                <a:blip r:embed="rId3"/>
                <a:stretch>
                  <a:fillRect l="-240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300DDDA-4787-3447-1A49-98DF70C3BCCC}"/>
                  </a:ext>
                </a:extLst>
              </p:cNvPr>
              <p:cNvSpPr txBox="1"/>
              <p:nvPr/>
            </p:nvSpPr>
            <p:spPr>
              <a:xfrm>
                <a:off x="1066286" y="2990367"/>
                <a:ext cx="3265874" cy="4722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𝑎𝑑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𝑎𝑟𝑒𝑎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</m:e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𝑟𝑒𝑐𝑡𝑎𝑛𝑔𝑙𝑒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1600" dirty="0">
                  <a:latin typeface="Alata" panose="020B060402020202020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300DDDA-4787-3447-1A49-98DF70C3BC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286" y="2990367"/>
                <a:ext cx="3265874" cy="4722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106BB7D-4DF1-A4BD-241A-93CDBDD09C82}"/>
              </a:ext>
            </a:extLst>
          </p:cNvPr>
          <p:cNvCxnSpPr>
            <a:cxnSpLocks/>
          </p:cNvCxnSpPr>
          <p:nvPr/>
        </p:nvCxnSpPr>
        <p:spPr>
          <a:xfrm flipV="1">
            <a:off x="5547003" y="2258322"/>
            <a:ext cx="3" cy="1703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006383E-E617-0A46-DDE3-E9554378A35F}"/>
              </a:ext>
            </a:extLst>
          </p:cNvPr>
          <p:cNvCxnSpPr>
            <a:cxnSpLocks/>
          </p:cNvCxnSpPr>
          <p:nvPr/>
        </p:nvCxnSpPr>
        <p:spPr>
          <a:xfrm>
            <a:off x="5442758" y="3855723"/>
            <a:ext cx="19583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419E9FB6-D62A-22ED-635F-F0E1ED9900FF}"/>
              </a:ext>
            </a:extLst>
          </p:cNvPr>
          <p:cNvSpPr/>
          <p:nvPr/>
        </p:nvSpPr>
        <p:spPr>
          <a:xfrm>
            <a:off x="5547003" y="2579475"/>
            <a:ext cx="1214846" cy="1276248"/>
          </a:xfrm>
          <a:prstGeom prst="rect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3101075-6050-20D9-55E6-16AD9D71B3C7}"/>
                  </a:ext>
                </a:extLst>
              </p:cNvPr>
              <p:cNvSpPr txBox="1"/>
              <p:nvPr/>
            </p:nvSpPr>
            <p:spPr>
              <a:xfrm>
                <a:off x="6588853" y="3961569"/>
                <a:ext cx="284630" cy="3234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3101075-6050-20D9-55E6-16AD9D71B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853" y="3961569"/>
                <a:ext cx="284630" cy="323486"/>
              </a:xfrm>
              <a:prstGeom prst="rect">
                <a:avLst/>
              </a:prstGeom>
              <a:blipFill>
                <a:blip r:embed="rId5"/>
                <a:stretch>
                  <a:fillRect b="-18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D2001F9-17CB-2454-603B-20173FE6A1E4}"/>
                  </a:ext>
                </a:extLst>
              </p:cNvPr>
              <p:cNvSpPr txBox="1"/>
              <p:nvPr/>
            </p:nvSpPr>
            <p:spPr>
              <a:xfrm>
                <a:off x="5158128" y="2417732"/>
                <a:ext cx="290785" cy="3592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D2001F9-17CB-2454-603B-20173FE6A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8128" y="2417732"/>
                <a:ext cx="290785" cy="359266"/>
              </a:xfrm>
              <a:prstGeom prst="rect">
                <a:avLst/>
              </a:prstGeom>
              <a:blipFill>
                <a:blip r:embed="rId6"/>
                <a:stretch>
                  <a:fillRect t="-1695" b="-15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3719612-A90B-C819-EB14-7308858D078F}"/>
                  </a:ext>
                </a:extLst>
              </p:cNvPr>
              <p:cNvSpPr txBox="1"/>
              <p:nvPr/>
            </p:nvSpPr>
            <p:spPr>
              <a:xfrm>
                <a:off x="7401106" y="3723906"/>
                <a:ext cx="15132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3719612-A90B-C819-EB14-7308858D0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1106" y="3723906"/>
                <a:ext cx="151323" cy="215444"/>
              </a:xfrm>
              <a:prstGeom prst="rect">
                <a:avLst/>
              </a:prstGeom>
              <a:blipFill>
                <a:blip r:embed="rId7"/>
                <a:stretch>
                  <a:fillRect l="-12000" r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2832E47-743A-6DDB-4669-0402A2220FE4}"/>
                  </a:ext>
                </a:extLst>
              </p:cNvPr>
              <p:cNvSpPr txBox="1"/>
              <p:nvPr/>
            </p:nvSpPr>
            <p:spPr>
              <a:xfrm>
                <a:off x="5471341" y="1993565"/>
                <a:ext cx="15376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2832E47-743A-6DDB-4669-0402A2220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1341" y="1993565"/>
                <a:ext cx="153760" cy="215444"/>
              </a:xfrm>
              <a:prstGeom prst="rect">
                <a:avLst/>
              </a:prstGeom>
              <a:blipFill>
                <a:blip r:embed="rId8"/>
                <a:stretch>
                  <a:fillRect l="-28000" r="-20000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42700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59D639F-B1D4-FBB8-9C04-1DC91589275C}"/>
              </a:ext>
            </a:extLst>
          </p:cNvPr>
          <p:cNvSpPr/>
          <p:nvPr/>
        </p:nvSpPr>
        <p:spPr>
          <a:xfrm>
            <a:off x="4034066" y="3015146"/>
            <a:ext cx="1018109" cy="974585"/>
          </a:xfrm>
          <a:prstGeom prst="rect">
            <a:avLst/>
          </a:prstGeom>
          <a:pattFill prst="pct6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D467DDB2-675F-C68D-6EDF-6183D0ED16E8}"/>
              </a:ext>
            </a:extLst>
          </p:cNvPr>
          <p:cNvSpPr/>
          <p:nvPr/>
        </p:nvSpPr>
        <p:spPr>
          <a:xfrm>
            <a:off x="3989822" y="2992668"/>
            <a:ext cx="2520289" cy="974586"/>
          </a:xfrm>
          <a:custGeom>
            <a:avLst/>
            <a:gdLst>
              <a:gd name="connsiteX0" fmla="*/ 0 w 1982355"/>
              <a:gd name="connsiteY0" fmla="*/ 959346 h 959346"/>
              <a:gd name="connsiteX1" fmla="*/ 834698 w 1982355"/>
              <a:gd name="connsiteY1" fmla="*/ 0 h 959346"/>
              <a:gd name="connsiteX2" fmla="*/ 1982355 w 1982355"/>
              <a:gd name="connsiteY2" fmla="*/ 0 h 959346"/>
              <a:gd name="connsiteX3" fmla="*/ 1147657 w 1982355"/>
              <a:gd name="connsiteY3" fmla="*/ 959346 h 959346"/>
              <a:gd name="connsiteX4" fmla="*/ 0 w 1982355"/>
              <a:gd name="connsiteY4" fmla="*/ 959346 h 959346"/>
              <a:gd name="connsiteX0" fmla="*/ 0 w 1982355"/>
              <a:gd name="connsiteY0" fmla="*/ 959346 h 959346"/>
              <a:gd name="connsiteX1" fmla="*/ 1017578 w 1982355"/>
              <a:gd name="connsiteY1" fmla="*/ 121920 h 959346"/>
              <a:gd name="connsiteX2" fmla="*/ 1982355 w 1982355"/>
              <a:gd name="connsiteY2" fmla="*/ 0 h 959346"/>
              <a:gd name="connsiteX3" fmla="*/ 1147657 w 1982355"/>
              <a:gd name="connsiteY3" fmla="*/ 959346 h 959346"/>
              <a:gd name="connsiteX4" fmla="*/ 0 w 1982355"/>
              <a:gd name="connsiteY4" fmla="*/ 959346 h 959346"/>
              <a:gd name="connsiteX0" fmla="*/ 0 w 2530995"/>
              <a:gd name="connsiteY0" fmla="*/ 837426 h 837426"/>
              <a:gd name="connsiteX1" fmla="*/ 1017578 w 2530995"/>
              <a:gd name="connsiteY1" fmla="*/ 0 h 837426"/>
              <a:gd name="connsiteX2" fmla="*/ 2530995 w 2530995"/>
              <a:gd name="connsiteY2" fmla="*/ 281940 h 837426"/>
              <a:gd name="connsiteX3" fmla="*/ 1147657 w 2530995"/>
              <a:gd name="connsiteY3" fmla="*/ 837426 h 837426"/>
              <a:gd name="connsiteX4" fmla="*/ 0 w 2530995"/>
              <a:gd name="connsiteY4" fmla="*/ 837426 h 837426"/>
              <a:gd name="connsiteX0" fmla="*/ 0 w 2530995"/>
              <a:gd name="connsiteY0" fmla="*/ 966966 h 966966"/>
              <a:gd name="connsiteX1" fmla="*/ 1566218 w 2530995"/>
              <a:gd name="connsiteY1" fmla="*/ 0 h 966966"/>
              <a:gd name="connsiteX2" fmla="*/ 2530995 w 2530995"/>
              <a:gd name="connsiteY2" fmla="*/ 411480 h 966966"/>
              <a:gd name="connsiteX3" fmla="*/ 1147657 w 2530995"/>
              <a:gd name="connsiteY3" fmla="*/ 966966 h 966966"/>
              <a:gd name="connsiteX4" fmla="*/ 0 w 2530995"/>
              <a:gd name="connsiteY4" fmla="*/ 966966 h 966966"/>
              <a:gd name="connsiteX0" fmla="*/ 0 w 2553855"/>
              <a:gd name="connsiteY0" fmla="*/ 966966 h 966966"/>
              <a:gd name="connsiteX1" fmla="*/ 1566218 w 2553855"/>
              <a:gd name="connsiteY1" fmla="*/ 0 h 966966"/>
              <a:gd name="connsiteX2" fmla="*/ 2553855 w 2553855"/>
              <a:gd name="connsiteY2" fmla="*/ 22860 h 966966"/>
              <a:gd name="connsiteX3" fmla="*/ 1147657 w 2553855"/>
              <a:gd name="connsiteY3" fmla="*/ 966966 h 966966"/>
              <a:gd name="connsiteX4" fmla="*/ 0 w 2553855"/>
              <a:gd name="connsiteY4" fmla="*/ 966966 h 966966"/>
              <a:gd name="connsiteX0" fmla="*/ 0 w 2546235"/>
              <a:gd name="connsiteY0" fmla="*/ 966966 h 966966"/>
              <a:gd name="connsiteX1" fmla="*/ 1566218 w 2546235"/>
              <a:gd name="connsiteY1" fmla="*/ 0 h 966966"/>
              <a:gd name="connsiteX2" fmla="*/ 2546235 w 2546235"/>
              <a:gd name="connsiteY2" fmla="*/ 15240 h 966966"/>
              <a:gd name="connsiteX3" fmla="*/ 1147657 w 2546235"/>
              <a:gd name="connsiteY3" fmla="*/ 966966 h 966966"/>
              <a:gd name="connsiteX4" fmla="*/ 0 w 2546235"/>
              <a:gd name="connsiteY4" fmla="*/ 966966 h 966966"/>
              <a:gd name="connsiteX0" fmla="*/ 0 w 2546235"/>
              <a:gd name="connsiteY0" fmla="*/ 966966 h 974586"/>
              <a:gd name="connsiteX1" fmla="*/ 1566218 w 2546235"/>
              <a:gd name="connsiteY1" fmla="*/ 0 h 974586"/>
              <a:gd name="connsiteX2" fmla="*/ 2546235 w 2546235"/>
              <a:gd name="connsiteY2" fmla="*/ 15240 h 974586"/>
              <a:gd name="connsiteX3" fmla="*/ 1048597 w 2546235"/>
              <a:gd name="connsiteY3" fmla="*/ 974586 h 974586"/>
              <a:gd name="connsiteX4" fmla="*/ 0 w 2546235"/>
              <a:gd name="connsiteY4" fmla="*/ 966966 h 974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46235" h="974586">
                <a:moveTo>
                  <a:pt x="0" y="966966"/>
                </a:moveTo>
                <a:lnTo>
                  <a:pt x="1566218" y="0"/>
                </a:lnTo>
                <a:lnTo>
                  <a:pt x="2546235" y="15240"/>
                </a:lnTo>
                <a:lnTo>
                  <a:pt x="1048597" y="974586"/>
                </a:lnTo>
                <a:lnTo>
                  <a:pt x="0" y="966966"/>
                </a:lnTo>
                <a:close/>
              </a:path>
            </a:pathLst>
          </a:custGeom>
          <a:solidFill>
            <a:schemeClr val="accent1">
              <a:alpha val="23000"/>
            </a:schemeClr>
          </a:solidFill>
          <a:ln>
            <a:solidFill>
              <a:schemeClr val="accent1">
                <a:shade val="15000"/>
              </a:schemeClr>
            </a:solidFill>
          </a:ln>
          <a:effectLst>
            <a:glow>
              <a:schemeClr val="accent1"/>
            </a:glo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79C5D23F-FBE4-3CEB-A70C-4C89A4E516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00" y="444999"/>
                <a:ext cx="7704000" cy="1161732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5000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500"/>
                  <a:buFont typeface="Montserrat Black"/>
                  <a:buNone/>
                  <a:defRPr sz="35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1pPr>
                <a:lvl2pPr marR="0" lvl="1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2pPr>
                <a:lvl3pPr marR="0" lvl="2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3pPr>
                <a:lvl4pPr marR="0" lvl="3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4pPr>
                <a:lvl5pPr marR="0" lvl="4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5pPr>
                <a:lvl6pPr marR="0" lvl="5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6pPr>
                <a:lvl7pPr marR="0" lvl="6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7pPr>
                <a:lvl8pPr marR="0" lvl="7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8pPr>
                <a:lvl9pPr marR="0" lvl="8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9pPr>
              </a:lstStyle>
              <a:p>
                <a:pPr algn="l"/>
                <a:r>
                  <a:rPr lang="en-US" sz="1600" b="1" dirty="0">
                    <a:latin typeface="Alata" panose="020B0604020202020204" charset="0"/>
                  </a:rPr>
                  <a:t>Lemma</a:t>
                </a:r>
                <a:r>
                  <a:rPr lang="en-US" sz="1600" dirty="0">
                    <a:latin typeface="Alata" panose="020B0604020202020204" charset="0"/>
                  </a:rPr>
                  <a:t>: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>
                    <a:latin typeface="Alata" panose="020B060402020202020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>
                    <a:latin typeface="Alata" panose="020B0604020202020204" charset="0"/>
                  </a:rPr>
                  <a:t> be nonzero vectors. Then for any scalar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1600" dirty="0">
                    <a:latin typeface="Alata" panose="020B0604020202020204" charset="0"/>
                  </a:rPr>
                  <a:t>, the area of the</a:t>
                </a:r>
              </a:p>
              <a:p>
                <a:pPr algn="l"/>
                <a:r>
                  <a:rPr lang="en-US" sz="1600" dirty="0">
                    <a:latin typeface="Alata" panose="020B0604020202020204" charset="0"/>
                  </a:rPr>
                  <a:t>parallelogram determined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>
                    <a:latin typeface="Alata" panose="020B0604020202020204" charset="0"/>
                  </a:rPr>
                  <a:t> and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>
                    <a:latin typeface="Alata" panose="020B0604020202020204" charset="0"/>
                  </a:rPr>
                  <a:t> equals the area of the parallelogram</a:t>
                </a:r>
              </a:p>
              <a:p>
                <a:pPr algn="l"/>
                <a:r>
                  <a:rPr lang="en-US" sz="1600" dirty="0">
                    <a:latin typeface="Alata" panose="020B0604020202020204" charset="0"/>
                  </a:rPr>
                  <a:t>determined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>
                    <a:latin typeface="Alata" panose="020B060402020202020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𝑐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>
                    <a:latin typeface="Alata" panose="020B0604020202020204" charset="0"/>
                  </a:rPr>
                  <a:t>.</a:t>
                </a:r>
                <a:endParaRPr lang="en-US" sz="1600" b="0" dirty="0">
                  <a:latin typeface="Alata" panose="020B0604020202020204" charset="0"/>
                </a:endParaRPr>
              </a:p>
            </p:txBody>
          </p:sp>
        </mc:Choice>
        <mc:Fallback xmlns="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79C5D23F-FBE4-3CEB-A70C-4C89A4E516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444999"/>
                <a:ext cx="7704000" cy="1161732"/>
              </a:xfrm>
              <a:prstGeom prst="rect">
                <a:avLst/>
              </a:prstGeom>
              <a:blipFill>
                <a:blip r:embed="rId2"/>
                <a:stretch>
                  <a:fillRect l="-316"/>
                </a:stretch>
              </a:blip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F8430F2-40A9-FA96-1E3D-22D96CBF0F2C}"/>
                  </a:ext>
                </a:extLst>
              </p:cNvPr>
              <p:cNvSpPr txBox="1"/>
              <p:nvPr/>
            </p:nvSpPr>
            <p:spPr>
              <a:xfrm>
                <a:off x="720000" y="1998824"/>
                <a:ext cx="331796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Alata" panose="020B0604020202020204" charset="0"/>
                  </a:rPr>
                  <a:t>Suppose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Alata" panose="020B0604020202020204" charset="0"/>
                  </a:rPr>
                  <a:t> is not a multiple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Alata" panose="020B0604020202020204" charset="0"/>
                  </a:rPr>
                  <a:t>: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F8430F2-40A9-FA96-1E3D-22D96CBF0F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1998824"/>
                <a:ext cx="3317966" cy="307777"/>
              </a:xfrm>
              <a:prstGeom prst="rect">
                <a:avLst/>
              </a:prstGeom>
              <a:blipFill>
                <a:blip r:embed="rId3"/>
                <a:stretch>
                  <a:fillRect l="-551" t="-4000" r="-919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D796C2B4-C889-62B7-3E57-C19EF5C44955}"/>
              </a:ext>
            </a:extLst>
          </p:cNvPr>
          <p:cNvSpPr txBox="1"/>
          <p:nvPr/>
        </p:nvSpPr>
        <p:spPr>
          <a:xfrm>
            <a:off x="720000" y="1691047"/>
            <a:ext cx="10439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lata" panose="020B0604020202020204" charset="0"/>
              </a:rPr>
              <a:t>Proof: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0A222D-3A77-9435-67CB-F340EFF216C4}"/>
              </a:ext>
            </a:extLst>
          </p:cNvPr>
          <p:cNvCxnSpPr/>
          <p:nvPr/>
        </p:nvCxnSpPr>
        <p:spPr>
          <a:xfrm>
            <a:off x="1528354" y="3977641"/>
            <a:ext cx="619179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D945580-4B79-6C1D-E62A-62E1508E4B9C}"/>
              </a:ext>
            </a:extLst>
          </p:cNvPr>
          <p:cNvCxnSpPr/>
          <p:nvPr/>
        </p:nvCxnSpPr>
        <p:spPr>
          <a:xfrm>
            <a:off x="1528354" y="2992668"/>
            <a:ext cx="619179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46D8189-4DDA-C8FA-A671-C46C3FE5B8FC}"/>
                  </a:ext>
                </a:extLst>
              </p:cNvPr>
              <p:cNvSpPr txBox="1"/>
              <p:nvPr/>
            </p:nvSpPr>
            <p:spPr>
              <a:xfrm>
                <a:off x="7788727" y="3869919"/>
                <a:ext cx="759599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46D8189-4DDA-C8FA-A671-C46C3FE5B8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8727" y="3869919"/>
                <a:ext cx="759599" cy="215444"/>
              </a:xfrm>
              <a:prstGeom prst="rect">
                <a:avLst/>
              </a:prstGeom>
              <a:blipFill>
                <a:blip r:embed="rId4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A69EB4D-F6ED-B967-A79C-5F1537726C42}"/>
                  </a:ext>
                </a:extLst>
              </p:cNvPr>
              <p:cNvSpPr txBox="1"/>
              <p:nvPr/>
            </p:nvSpPr>
            <p:spPr>
              <a:xfrm>
                <a:off x="7788728" y="2916330"/>
                <a:ext cx="759599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A69EB4D-F6ED-B967-A79C-5F1537726C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8728" y="2916330"/>
                <a:ext cx="759599" cy="215444"/>
              </a:xfrm>
              <a:prstGeom prst="rect">
                <a:avLst/>
              </a:prstGeom>
              <a:blipFill>
                <a:blip r:embed="rId5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20A43B03-266B-B356-F31E-9687E0273FEB}"/>
              </a:ext>
            </a:extLst>
          </p:cNvPr>
          <p:cNvSpPr/>
          <p:nvPr/>
        </p:nvSpPr>
        <p:spPr>
          <a:xfrm>
            <a:off x="4998314" y="3923780"/>
            <a:ext cx="107722" cy="10772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8536E59-0ABC-0775-1EA1-59D91301DFC3}"/>
              </a:ext>
            </a:extLst>
          </p:cNvPr>
          <p:cNvSpPr/>
          <p:nvPr/>
        </p:nvSpPr>
        <p:spPr>
          <a:xfrm>
            <a:off x="3979144" y="3923780"/>
            <a:ext cx="107722" cy="10772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98AF154-53E2-CEAB-DD7E-92FB9156461C}"/>
              </a:ext>
            </a:extLst>
          </p:cNvPr>
          <p:cNvSpPr/>
          <p:nvPr/>
        </p:nvSpPr>
        <p:spPr>
          <a:xfrm>
            <a:off x="3989822" y="2932526"/>
            <a:ext cx="107722" cy="10772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88317EC-84E1-30B1-4E1E-4FD1F322A353}"/>
              </a:ext>
            </a:extLst>
          </p:cNvPr>
          <p:cNvSpPr/>
          <p:nvPr/>
        </p:nvSpPr>
        <p:spPr>
          <a:xfrm>
            <a:off x="5495610" y="2933614"/>
            <a:ext cx="107722" cy="10772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D19E54D-40A7-E20E-F17B-88EE36C2F389}"/>
                  </a:ext>
                </a:extLst>
              </p:cNvPr>
              <p:cNvSpPr txBox="1"/>
              <p:nvPr/>
            </p:nvSpPr>
            <p:spPr>
              <a:xfrm>
                <a:off x="4672375" y="4083527"/>
                <a:ext cx="759599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D19E54D-40A7-E20E-F17B-88EE36C2F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2375" y="4083527"/>
                <a:ext cx="759599" cy="215444"/>
              </a:xfrm>
              <a:prstGeom prst="rect">
                <a:avLst/>
              </a:prstGeom>
              <a:blipFill>
                <a:blip r:embed="rId6"/>
                <a:stretch>
                  <a:fillRect b="-1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D22B7F3-8210-C2AE-85D4-225C6FEFEDED}"/>
                  </a:ext>
                </a:extLst>
              </p:cNvPr>
              <p:cNvSpPr txBox="1"/>
              <p:nvPr/>
            </p:nvSpPr>
            <p:spPr>
              <a:xfrm>
                <a:off x="5169671" y="2639431"/>
                <a:ext cx="759599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D22B7F3-8210-C2AE-85D4-225C6FEFED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9671" y="2639431"/>
                <a:ext cx="759599" cy="215444"/>
              </a:xfrm>
              <a:prstGeom prst="rect">
                <a:avLst/>
              </a:prstGeom>
              <a:blipFill>
                <a:blip r:embed="rId7"/>
                <a:stretch>
                  <a:fillRect b="-1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9E834A1-5ECC-2312-E44C-22CEF7083D13}"/>
                  </a:ext>
                </a:extLst>
              </p:cNvPr>
              <p:cNvSpPr txBox="1"/>
              <p:nvPr/>
            </p:nvSpPr>
            <p:spPr>
              <a:xfrm>
                <a:off x="3663883" y="4083527"/>
                <a:ext cx="759599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9E834A1-5ECC-2312-E44C-22CEF7083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3883" y="4083527"/>
                <a:ext cx="759599" cy="215444"/>
              </a:xfrm>
              <a:prstGeom prst="rect">
                <a:avLst/>
              </a:prstGeom>
              <a:blipFill>
                <a:blip r:embed="rId8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8FD4940-DFAC-0BDE-431C-173EA34774BB}"/>
                  </a:ext>
                </a:extLst>
              </p:cNvPr>
              <p:cNvSpPr txBox="1"/>
              <p:nvPr/>
            </p:nvSpPr>
            <p:spPr>
              <a:xfrm>
                <a:off x="3586482" y="2593264"/>
                <a:ext cx="91440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8FD4940-DFAC-0BDE-431C-173EA3477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6482" y="2593264"/>
                <a:ext cx="914400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>
            <a:extLst>
              <a:ext uri="{FF2B5EF4-FFF2-40B4-BE49-F238E27FC236}">
                <a16:creationId xmlns:a16="http://schemas.microsoft.com/office/drawing/2014/main" id="{288CB79D-D212-0C34-07F7-59316859F5C6}"/>
              </a:ext>
            </a:extLst>
          </p:cNvPr>
          <p:cNvSpPr/>
          <p:nvPr/>
        </p:nvSpPr>
        <p:spPr>
          <a:xfrm>
            <a:off x="2509263" y="3923780"/>
            <a:ext cx="107722" cy="10772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42E9F80-46C8-A4D5-1976-9756BD1AFEFD}"/>
                  </a:ext>
                </a:extLst>
              </p:cNvPr>
              <p:cNvSpPr txBox="1"/>
              <p:nvPr/>
            </p:nvSpPr>
            <p:spPr>
              <a:xfrm>
                <a:off x="2183324" y="4077198"/>
                <a:ext cx="759599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42E9F80-46C8-A4D5-1976-9756BD1AF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324" y="4077198"/>
                <a:ext cx="759599" cy="215444"/>
              </a:xfrm>
              <a:prstGeom prst="rect">
                <a:avLst/>
              </a:prstGeom>
              <a:blipFill>
                <a:blip r:embed="rId10"/>
                <a:stretch>
                  <a:fillRect b="-1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CD1A2246-25B5-4557-E027-D56A2EFD926D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26610" y="3483013"/>
            <a:ext cx="218791" cy="1176768"/>
          </a:xfrm>
          <a:prstGeom prst="curvedConnector3">
            <a:avLst>
              <a:gd name="adj1" fmla="val 204483"/>
            </a:avLst>
          </a:prstGeom>
          <a:ln>
            <a:solidFill>
              <a:srgbClr val="0070C0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B31641F-864C-2EEF-B8A8-EF37ABA31295}"/>
                  </a:ext>
                </a:extLst>
              </p:cNvPr>
              <p:cNvSpPr txBox="1"/>
              <p:nvPr/>
            </p:nvSpPr>
            <p:spPr>
              <a:xfrm>
                <a:off x="4345401" y="4532408"/>
                <a:ext cx="88864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B31641F-864C-2EEF-B8A8-EF37ABA312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5401" y="4532408"/>
                <a:ext cx="888640" cy="307777"/>
              </a:xfrm>
              <a:prstGeom prst="rect">
                <a:avLst/>
              </a:prstGeom>
              <a:blipFill>
                <a:blip r:embed="rId11"/>
                <a:stretch>
                  <a:fillRect l="-6164" r="-137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Connector: Curved 53">
            <a:extLst>
              <a:ext uri="{FF2B5EF4-FFF2-40B4-BE49-F238E27FC236}">
                <a16:creationId xmlns:a16="http://schemas.microsoft.com/office/drawing/2014/main" id="{8E17F89D-E8D7-2B83-49A2-7761813DACDE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5164497" y="3499356"/>
            <a:ext cx="218791" cy="1176768"/>
          </a:xfrm>
          <a:prstGeom prst="curvedConnector3">
            <a:avLst>
              <a:gd name="adj1" fmla="val 204483"/>
            </a:avLst>
          </a:prstGeom>
          <a:ln>
            <a:solidFill>
              <a:srgbClr val="0070C0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33031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CED1511-6ACB-9E1F-C1E3-844719E6C11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00" y="444999"/>
                <a:ext cx="7704000" cy="705376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5000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500"/>
                  <a:buFont typeface="Montserrat Black"/>
                  <a:buNone/>
                  <a:defRPr sz="35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1pPr>
                <a:lvl2pPr marR="0" lvl="1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2pPr>
                <a:lvl3pPr marR="0" lvl="2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3pPr>
                <a:lvl4pPr marR="0" lvl="3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4pPr>
                <a:lvl5pPr marR="0" lvl="4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5pPr>
                <a:lvl6pPr marR="0" lvl="5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6pPr>
                <a:lvl7pPr marR="0" lvl="6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7pPr>
                <a:lvl8pPr marR="0" lvl="7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8pPr>
                <a:lvl9pPr marR="0" lvl="8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Montserrat Black"/>
                  <a:buNone/>
                  <a:defRPr sz="3000" b="0" i="0" u="none" strike="noStrike" cap="none">
                    <a:solidFill>
                      <a:schemeClr val="dk1"/>
                    </a:solidFill>
                    <a:latin typeface="Montserrat Black"/>
                    <a:ea typeface="Montserrat Black"/>
                    <a:cs typeface="Montserrat Black"/>
                    <a:sym typeface="Montserrat Black"/>
                  </a:defRPr>
                </a:lvl9pPr>
              </a:lstStyle>
              <a:p>
                <a:pPr algn="l"/>
                <a:r>
                  <a:rPr lang="en-US" sz="1600" b="1" dirty="0">
                    <a:latin typeface="Alata" panose="020B0604020202020204" charset="0"/>
                  </a:rPr>
                  <a:t>Theorem</a:t>
                </a:r>
                <a:r>
                  <a:rPr lang="en-US" sz="1600" b="0" dirty="0">
                    <a:latin typeface="Alata" panose="020B0604020202020204" charset="0"/>
                  </a:rPr>
                  <a:t>: if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600" b="0" dirty="0">
                    <a:latin typeface="Alata" panose="020B0604020202020204" charset="0"/>
                  </a:rPr>
                  <a:t> is a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1600" b="0" dirty="0">
                    <a:latin typeface="Alata" panose="020B0604020202020204" charset="0"/>
                  </a:rPr>
                  <a:t> matrix, the volume of </a:t>
                </a:r>
                <a:r>
                  <a:rPr lang="en-US" sz="1600" dirty="0">
                    <a:latin typeface="Alata" panose="020B0604020202020204" charset="0"/>
                  </a:rPr>
                  <a:t>the parallelepiped </a:t>
                </a:r>
                <a:r>
                  <a:rPr lang="en-US" sz="1600" b="0" dirty="0">
                    <a:latin typeface="Alata" panose="020B0604020202020204" charset="0"/>
                  </a:rPr>
                  <a:t>determined by the columns of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600" b="0" dirty="0">
                    <a:latin typeface="Alata" panose="020B0604020202020204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|</m:t>
                    </m:r>
                    <m:func>
                      <m:func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1600" b="0" dirty="0">
                    <a:latin typeface="Alata" panose="020B060402020202020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CED1511-6ACB-9E1F-C1E3-844719E6C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444999"/>
                <a:ext cx="7704000" cy="705376"/>
              </a:xfrm>
              <a:prstGeom prst="rect">
                <a:avLst/>
              </a:prstGeom>
              <a:blipFill>
                <a:blip r:embed="rId2"/>
                <a:stretch>
                  <a:fillRect l="-316"/>
                </a:stretch>
              </a:blip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8202BCF-A39C-7455-E6B3-843AC96BF964}"/>
              </a:ext>
            </a:extLst>
          </p:cNvPr>
          <p:cNvSpPr txBox="1"/>
          <p:nvPr/>
        </p:nvSpPr>
        <p:spPr>
          <a:xfrm>
            <a:off x="720000" y="1373112"/>
            <a:ext cx="10439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lata" panose="020B0604020202020204" charset="0"/>
              </a:rPr>
              <a:t>Proof: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D0314A-6852-1896-FEC6-46C6EB1C5D51}"/>
                  </a:ext>
                </a:extLst>
              </p:cNvPr>
              <p:cNvSpPr txBox="1"/>
              <p:nvPr/>
            </p:nvSpPr>
            <p:spPr>
              <a:xfrm>
                <a:off x="796413" y="1680889"/>
                <a:ext cx="762758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Alata" panose="020B0604020202020204" charset="0"/>
                  </a:rPr>
                  <a:t>The theorem is obviously true for any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Alata" panose="020B0604020202020204" charset="0"/>
                  </a:rPr>
                  <a:t>diagonal matrix: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D0314A-6852-1896-FEC6-46C6EB1C5D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413" y="1680889"/>
                <a:ext cx="7627587" cy="307777"/>
              </a:xfrm>
              <a:prstGeom prst="rect">
                <a:avLst/>
              </a:prstGeom>
              <a:blipFill>
                <a:blip r:embed="rId3"/>
                <a:stretch>
                  <a:fillRect l="-240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300DDDA-4787-3447-1A49-98DF70C3BCCC}"/>
                  </a:ext>
                </a:extLst>
              </p:cNvPr>
              <p:cNvSpPr txBox="1"/>
              <p:nvPr/>
            </p:nvSpPr>
            <p:spPr>
              <a:xfrm>
                <a:off x="1066286" y="2990367"/>
                <a:ext cx="3265874" cy="6708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𝑎𝑏𝑐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𝑣𝑜𝑙𝑢𝑚𝑒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</m:e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𝑐𝑢𝑏𝑒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1600" dirty="0">
                  <a:latin typeface="Alata" panose="020B060402020202020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300DDDA-4787-3447-1A49-98DF70C3BC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286" y="2990367"/>
                <a:ext cx="3265874" cy="6708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106BB7D-4DF1-A4BD-241A-93CDBDD09C82}"/>
              </a:ext>
            </a:extLst>
          </p:cNvPr>
          <p:cNvCxnSpPr>
            <a:cxnSpLocks/>
          </p:cNvCxnSpPr>
          <p:nvPr/>
        </p:nvCxnSpPr>
        <p:spPr>
          <a:xfrm flipV="1">
            <a:off x="5960380" y="2517368"/>
            <a:ext cx="0" cy="1259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006383E-E617-0A46-DDE3-E9554378A35F}"/>
              </a:ext>
            </a:extLst>
          </p:cNvPr>
          <p:cNvCxnSpPr>
            <a:cxnSpLocks/>
          </p:cNvCxnSpPr>
          <p:nvPr/>
        </p:nvCxnSpPr>
        <p:spPr>
          <a:xfrm>
            <a:off x="5960381" y="3777246"/>
            <a:ext cx="15853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3719612-A90B-C819-EB14-7308858D078F}"/>
                  </a:ext>
                </a:extLst>
              </p:cNvPr>
              <p:cNvSpPr txBox="1"/>
              <p:nvPr/>
            </p:nvSpPr>
            <p:spPr>
              <a:xfrm>
                <a:off x="7545698" y="3637546"/>
                <a:ext cx="15132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3719612-A90B-C819-EB14-7308858D0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5698" y="3637546"/>
                <a:ext cx="151323" cy="215444"/>
              </a:xfrm>
              <a:prstGeom prst="rect">
                <a:avLst/>
              </a:prstGeom>
              <a:blipFill>
                <a:blip r:embed="rId5"/>
                <a:stretch>
                  <a:fillRect l="-28000" r="-20000" b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AF1DA19-21CF-6BE5-1AE6-1FAA16D9DE4C}"/>
              </a:ext>
            </a:extLst>
          </p:cNvPr>
          <p:cNvCxnSpPr>
            <a:cxnSpLocks/>
          </p:cNvCxnSpPr>
          <p:nvPr/>
        </p:nvCxnSpPr>
        <p:spPr>
          <a:xfrm flipH="1">
            <a:off x="5250947" y="3777246"/>
            <a:ext cx="709433" cy="794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Cube 24">
            <a:extLst>
              <a:ext uri="{FF2B5EF4-FFF2-40B4-BE49-F238E27FC236}">
                <a16:creationId xmlns:a16="http://schemas.microsoft.com/office/drawing/2014/main" id="{53FF7035-C478-08CE-F203-4326D9F417AB}"/>
              </a:ext>
            </a:extLst>
          </p:cNvPr>
          <p:cNvSpPr/>
          <p:nvPr/>
        </p:nvSpPr>
        <p:spPr>
          <a:xfrm>
            <a:off x="5678628" y="3014040"/>
            <a:ext cx="1158239" cy="1085725"/>
          </a:xfrm>
          <a:prstGeom prst="cube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8F9845A-3EB8-F1DD-B34E-63DF902821FA}"/>
                  </a:ext>
                </a:extLst>
              </p:cNvPr>
              <p:cNvSpPr txBox="1"/>
              <p:nvPr/>
            </p:nvSpPr>
            <p:spPr>
              <a:xfrm>
                <a:off x="5099624" y="4572000"/>
                <a:ext cx="15132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8F9845A-3EB8-F1DD-B34E-63DF90282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9624" y="4572000"/>
                <a:ext cx="151323" cy="215444"/>
              </a:xfrm>
              <a:prstGeom prst="rect">
                <a:avLst/>
              </a:prstGeom>
              <a:blipFill>
                <a:blip r:embed="rId6"/>
                <a:stretch>
                  <a:fillRect l="-16667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A2BC306-B4E7-7F0B-9198-DE8BCB269A70}"/>
                  </a:ext>
                </a:extLst>
              </p:cNvPr>
              <p:cNvSpPr txBox="1"/>
              <p:nvPr/>
            </p:nvSpPr>
            <p:spPr>
              <a:xfrm>
                <a:off x="5884718" y="2301923"/>
                <a:ext cx="15132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A2BC306-B4E7-7F0B-9198-DE8BCB269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4718" y="2301923"/>
                <a:ext cx="151323" cy="215444"/>
              </a:xfrm>
              <a:prstGeom prst="rect">
                <a:avLst/>
              </a:prstGeom>
              <a:blipFill>
                <a:blip r:embed="rId7"/>
                <a:stretch>
                  <a:fillRect l="-8000" r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4777277"/>
      </p:ext>
    </p:extLst>
  </p:cSld>
  <p:clrMapOvr>
    <a:masterClrMapping/>
  </p:clrMapOvr>
</p:sld>
</file>

<file path=ppt/theme/theme1.xml><?xml version="1.0" encoding="utf-8"?>
<a:theme xmlns:a="http://schemas.openxmlformats.org/drawingml/2006/main" name="How to Solve a System of Equations Using Substitution">
  <a:themeElements>
    <a:clrScheme name="Simple Light">
      <a:dk1>
        <a:srgbClr val="191919"/>
      </a:dk1>
      <a:lt1>
        <a:srgbClr val="FFFFFF"/>
      </a:lt1>
      <a:dk2>
        <a:srgbClr val="91C3D2"/>
      </a:dk2>
      <a:lt2>
        <a:srgbClr val="ABD9C5"/>
      </a:lt2>
      <a:accent1>
        <a:srgbClr val="CCF4B7"/>
      </a:accent1>
      <a:accent2>
        <a:srgbClr val="F0F0F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614</TotalTime>
  <Words>891</Words>
  <Application>Microsoft Office PowerPoint</Application>
  <PresentationFormat>On-screen Show (16:9)</PresentationFormat>
  <Paragraphs>179</Paragraphs>
  <Slides>26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Alata</vt:lpstr>
      <vt:lpstr>Arial</vt:lpstr>
      <vt:lpstr>Montserrat Black</vt:lpstr>
      <vt:lpstr>Montserrat</vt:lpstr>
      <vt:lpstr>Bebas Neue</vt:lpstr>
      <vt:lpstr>Proxima Nova</vt:lpstr>
      <vt:lpstr>Math</vt:lpstr>
      <vt:lpstr>Open Sans</vt:lpstr>
      <vt:lpstr>Cambria Math</vt:lpstr>
      <vt:lpstr>How to Solve a System of Equations Using Substitution</vt:lpstr>
      <vt:lpstr>Geometric applications of Linear Algebra</vt:lpstr>
      <vt:lpstr>Table of contents</vt:lpstr>
      <vt:lpstr>01</vt:lpstr>
      <vt:lpstr>Transformations</vt:lpstr>
      <vt:lpstr>Linear Transformation</vt:lpstr>
      <vt:lpstr>PowerPoint Presentation</vt:lpstr>
      <vt:lpstr>Additivity</vt:lpstr>
      <vt:lpstr>Deeper understanding of a matrix</vt:lpstr>
      <vt:lpstr>PowerPoint Presentation</vt:lpstr>
      <vt:lpstr>PowerPoint Presentation</vt:lpstr>
      <vt:lpstr>Composition of 2 matrices</vt:lpstr>
      <vt:lpstr>Dimensional transformations</vt:lpstr>
      <vt:lpstr>Linear equations</vt:lpstr>
      <vt:lpstr>Eigenvalues/Eigenvectors</vt:lpstr>
      <vt:lpstr>Rank</vt:lpstr>
      <vt:lpstr>02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Determinants as Area or Volume</dc:title>
  <dc:creator>HP</dc:creator>
  <cp:lastModifiedBy>York Citynew</cp:lastModifiedBy>
  <cp:revision>16</cp:revision>
  <dcterms:modified xsi:type="dcterms:W3CDTF">2024-01-04T18:36:36Z</dcterms:modified>
</cp:coreProperties>
</file>